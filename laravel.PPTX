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0" r:id="rId4"/>
    <p:sldId id="263" r:id="rId5"/>
    <p:sldId id="264" r:id="rId6"/>
    <p:sldId id="265" r:id="rId7"/>
    <p:sldId id="262" r:id="rId8"/>
    <p:sldId id="258" r:id="rId9"/>
    <p:sldId id="259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1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956639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643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16833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8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53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406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622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3436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86534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423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08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4B830D8-5D8E-4BFD-8545-8B41F3C9ADC0}" type="datetimeFigureOut">
              <a:rPr lang="en-US" smtClean="0"/>
              <a:t>8/2/2024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DC314DD0-3432-4ABD-A039-22021283ABFE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55997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BO" sz="8800" b="1" dirty="0" smtClean="0"/>
              <a:t>LARAVEL </a:t>
            </a:r>
            <a:endParaRPr lang="en-US" sz="8800" b="1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BO" dirty="0" smtClean="0"/>
              <a:t>Creación de Red social con </a:t>
            </a:r>
            <a:r>
              <a:rPr lang="es-BO" dirty="0" err="1" smtClean="0"/>
              <a:t>Laravel</a:t>
            </a:r>
            <a:endParaRPr lang="es-BO" dirty="0" smtClean="0"/>
          </a:p>
        </p:txBody>
      </p:sp>
    </p:spTree>
    <p:extLst>
      <p:ext uri="{BB962C8B-B14F-4D97-AF65-F5344CB8AC3E}">
        <p14:creationId xmlns:p14="http://schemas.microsoft.com/office/powerpoint/2010/main" val="1792239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BO" dirty="0" err="1" smtClean="0"/>
              <a:t>MySQL</a:t>
            </a:r>
            <a:r>
              <a:rPr lang="es-BO" dirty="0" smtClean="0"/>
              <a:t> </a:t>
            </a:r>
            <a:r>
              <a:rPr lang="es-BO" dirty="0" err="1" smtClean="0"/>
              <a:t>Workbench</a:t>
            </a:r>
            <a:endParaRPr lang="es-BO" dirty="0" smtClean="0"/>
          </a:p>
          <a:p>
            <a:r>
              <a:rPr lang="es-BO" dirty="0" err="1" smtClean="0"/>
              <a:t>Composer</a:t>
            </a:r>
            <a:endParaRPr lang="es-BO" dirty="0" smtClean="0"/>
          </a:p>
          <a:p>
            <a:r>
              <a:rPr lang="es-BO" dirty="0" smtClean="0"/>
              <a:t>Nose.js</a:t>
            </a:r>
          </a:p>
          <a:p>
            <a:r>
              <a:rPr lang="es-BO" dirty="0" err="1" smtClean="0"/>
              <a:t>Tailwind</a:t>
            </a:r>
            <a:r>
              <a:rPr lang="es-BO" dirty="0" smtClean="0"/>
              <a:t> </a:t>
            </a:r>
            <a:r>
              <a:rPr lang="es-BO" dirty="0" err="1" smtClean="0"/>
              <a:t>css</a:t>
            </a:r>
            <a:endParaRPr lang="es-BO" dirty="0" smtClean="0"/>
          </a:p>
          <a:p>
            <a:r>
              <a:rPr lang="es-BO" dirty="0" smtClean="0"/>
              <a:t>PHP</a:t>
            </a:r>
          </a:p>
          <a:p>
            <a:r>
              <a:rPr lang="es-BO" dirty="0" smtClean="0"/>
              <a:t>XAMPP</a:t>
            </a:r>
            <a:endParaRPr lang="en-US" dirty="0"/>
          </a:p>
        </p:txBody>
      </p:sp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PROGRAMAS NECESARIOS</a:t>
            </a:r>
            <a:endParaRPr lang="en-US" sz="3200" b="1" i="1" dirty="0"/>
          </a:p>
        </p:txBody>
      </p:sp>
    </p:spTree>
    <p:extLst>
      <p:ext uri="{BB962C8B-B14F-4D97-AF65-F5344CB8AC3E}">
        <p14:creationId xmlns:p14="http://schemas.microsoft.com/office/powerpoint/2010/main" val="1199556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DESCARGAR XAMPP</a:t>
            </a:r>
            <a:endParaRPr lang="en-US" sz="3200" b="1" dirty="0"/>
          </a:p>
        </p:txBody>
      </p:sp>
      <p:sp>
        <p:nvSpPr>
          <p:cNvPr id="5" name="CuadroTexto 4"/>
          <p:cNvSpPr txBox="1"/>
          <p:nvPr/>
        </p:nvSpPr>
        <p:spPr>
          <a:xfrm>
            <a:off x="815926" y="1722807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1.</a:t>
            </a:r>
            <a:endParaRPr lang="en-US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986" y="1616920"/>
            <a:ext cx="3219899" cy="581106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815926" y="3232689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2</a:t>
            </a:r>
            <a:r>
              <a:rPr lang="es-BO" dirty="0" smtClean="0"/>
              <a:t>.</a:t>
            </a:r>
            <a:endParaRPr lang="en-U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86" y="2598091"/>
            <a:ext cx="5277587" cy="163852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1350" y="4922434"/>
            <a:ext cx="10288436" cy="1390844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815926" y="543319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85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DESCARGAR PHP</a:t>
            </a:r>
            <a:endParaRPr lang="en-US" sz="3200" b="1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82" y="1298588"/>
            <a:ext cx="1267002" cy="371527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79" y="2039114"/>
            <a:ext cx="4191585" cy="125747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4"/>
          <a:srcRect r="35904"/>
          <a:stretch/>
        </p:blipFill>
        <p:spPr>
          <a:xfrm>
            <a:off x="1115580" y="3665589"/>
            <a:ext cx="4191585" cy="1794324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81" y="5878041"/>
            <a:ext cx="1781424" cy="34294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9982" y="1670115"/>
            <a:ext cx="5325218" cy="2181529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7640" y="4846066"/>
            <a:ext cx="5029902" cy="485843"/>
          </a:xfrm>
          <a:prstGeom prst="rect">
            <a:avLst/>
          </a:prstGeom>
        </p:spPr>
      </p:pic>
      <p:sp>
        <p:nvSpPr>
          <p:cNvPr id="12" name="CuadroTexto 11"/>
          <p:cNvSpPr txBox="1"/>
          <p:nvPr/>
        </p:nvSpPr>
        <p:spPr>
          <a:xfrm>
            <a:off x="730837" y="1300783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1.</a:t>
            </a:r>
            <a:endParaRPr lang="en-US" dirty="0"/>
          </a:p>
        </p:txBody>
      </p:sp>
      <p:sp>
        <p:nvSpPr>
          <p:cNvPr id="13" name="CuadroTexto 12"/>
          <p:cNvSpPr txBox="1"/>
          <p:nvPr/>
        </p:nvSpPr>
        <p:spPr>
          <a:xfrm>
            <a:off x="730837" y="2391547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2.</a:t>
            </a:r>
            <a:endParaRPr lang="en-US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30837" y="4193419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3.</a:t>
            </a:r>
            <a:endParaRPr lang="en-US" dirty="0"/>
          </a:p>
        </p:txBody>
      </p:sp>
      <p:sp>
        <p:nvSpPr>
          <p:cNvPr id="15" name="CuadroTexto 14"/>
          <p:cNvSpPr txBox="1"/>
          <p:nvPr/>
        </p:nvSpPr>
        <p:spPr>
          <a:xfrm>
            <a:off x="730837" y="5864849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4.</a:t>
            </a:r>
            <a:endParaRPr lang="en-US" dirty="0"/>
          </a:p>
        </p:txBody>
      </p:sp>
      <p:sp>
        <p:nvSpPr>
          <p:cNvPr id="16" name="CuadroTexto 15"/>
          <p:cNvSpPr txBox="1"/>
          <p:nvPr/>
        </p:nvSpPr>
        <p:spPr>
          <a:xfrm>
            <a:off x="5861468" y="2576213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5.</a:t>
            </a:r>
            <a:endParaRPr lang="en-US" dirty="0"/>
          </a:p>
        </p:txBody>
      </p:sp>
      <p:sp>
        <p:nvSpPr>
          <p:cNvPr id="17" name="CuadroTexto 16"/>
          <p:cNvSpPr txBox="1"/>
          <p:nvPr/>
        </p:nvSpPr>
        <p:spPr>
          <a:xfrm>
            <a:off x="5820614" y="494499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6.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973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371600" y="2285999"/>
            <a:ext cx="9601200" cy="4353951"/>
          </a:xfrm>
        </p:spPr>
        <p:txBody>
          <a:bodyPr/>
          <a:lstStyle/>
          <a:p>
            <a:r>
              <a:rPr lang="es-BO" dirty="0" smtClean="0"/>
              <a:t>Descomprimir el contenido .ZIP descargado</a:t>
            </a:r>
          </a:p>
          <a:p>
            <a:r>
              <a:rPr lang="es-BO" dirty="0" smtClean="0"/>
              <a:t>Crear una carpeta con nombre (PHP) en el disco local :C </a:t>
            </a:r>
          </a:p>
          <a:p>
            <a:r>
              <a:rPr lang="es-BO" dirty="0" smtClean="0"/>
              <a:t>Copear todo el contenido de la carpeta descomprimida a la carpeta creada con nombre (PHP) en el disco local :C</a:t>
            </a:r>
          </a:p>
          <a:p>
            <a:r>
              <a:rPr lang="es-BO" dirty="0" smtClean="0"/>
              <a:t>Luego para configurar ir al buscador del sistema y buscar (editar las variables de entorno del sistema), ir a la opción de (Variables de entorno…)</a:t>
            </a:r>
          </a:p>
          <a:p>
            <a:r>
              <a:rPr lang="es-BO" dirty="0" smtClean="0"/>
              <a:t>Buscar la Variable (</a:t>
            </a:r>
            <a:r>
              <a:rPr lang="es-BO" dirty="0" err="1" smtClean="0"/>
              <a:t>Path</a:t>
            </a:r>
            <a:r>
              <a:rPr lang="es-BO" dirty="0" smtClean="0"/>
              <a:t>) y presionar en editar, dentro del apartado presionar en nuevo y colocar la dirección donde se encuentra la carpeta PHP (C:\PHP) luego coloca ok y ok</a:t>
            </a:r>
          </a:p>
          <a:p>
            <a:r>
              <a:rPr lang="es-BO" dirty="0" smtClean="0"/>
              <a:t>Para verificar que PHP ya esta instalada, ir a la terminal y colocar (</a:t>
            </a:r>
            <a:r>
              <a:rPr lang="es-BO" dirty="0" err="1" smtClean="0"/>
              <a:t>php</a:t>
            </a:r>
            <a:r>
              <a:rPr lang="es-BO" dirty="0" smtClean="0"/>
              <a:t> –v) con esto sabremos la versión y si se instalo correctamente.</a:t>
            </a:r>
            <a:endParaRPr lang="en-US" dirty="0"/>
          </a:p>
        </p:txBody>
      </p:sp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PROCEDIMIENTO DE INSTALAR PHP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407347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371599" y="562707"/>
            <a:ext cx="9995095" cy="1378635"/>
          </a:xfrm>
        </p:spPr>
        <p:txBody>
          <a:bodyPr/>
          <a:lstStyle/>
          <a:p>
            <a:r>
              <a:rPr lang="es-BO" dirty="0" smtClean="0"/>
              <a:t>Otra forma para verificar es:</a:t>
            </a:r>
            <a:r>
              <a:rPr lang="en-US" dirty="0" smtClean="0"/>
              <a:t> </a:t>
            </a:r>
            <a:r>
              <a:rPr lang="en-US" dirty="0" err="1" smtClean="0"/>
              <a:t>entrar</a:t>
            </a:r>
            <a:r>
              <a:rPr lang="en-US" dirty="0" smtClean="0"/>
              <a:t> a la terminal, </a:t>
            </a:r>
            <a:r>
              <a:rPr lang="en-US" dirty="0" err="1" smtClean="0"/>
              <a:t>mkdir</a:t>
            </a:r>
            <a:r>
              <a:rPr lang="en-US" dirty="0" smtClean="0"/>
              <a:t> (</a:t>
            </a:r>
            <a:r>
              <a:rPr lang="en-US" dirty="0" err="1" smtClean="0"/>
              <a:t>nombre</a:t>
            </a:r>
            <a:r>
              <a:rPr lang="en-US" dirty="0" smtClean="0"/>
              <a:t> de la </a:t>
            </a:r>
            <a:r>
              <a:rPr lang="en-US" dirty="0" err="1" smtClean="0"/>
              <a:t>carpeta</a:t>
            </a:r>
            <a:r>
              <a:rPr lang="en-US" dirty="0" smtClean="0"/>
              <a:t>),       cd (</a:t>
            </a:r>
            <a:r>
              <a:rPr lang="en-US" dirty="0" err="1" smtClean="0"/>
              <a:t>ingresar</a:t>
            </a:r>
            <a:r>
              <a:rPr lang="en-US" dirty="0" smtClean="0"/>
              <a:t> a la </a:t>
            </a:r>
            <a:r>
              <a:rPr lang="en-US" dirty="0" err="1" smtClean="0"/>
              <a:t>carpeta</a:t>
            </a:r>
            <a:r>
              <a:rPr lang="en-US" dirty="0" smtClean="0"/>
              <a:t> </a:t>
            </a:r>
            <a:r>
              <a:rPr lang="en-US" dirty="0" err="1" smtClean="0"/>
              <a:t>creada</a:t>
            </a:r>
            <a:r>
              <a:rPr lang="en-US" dirty="0" smtClean="0"/>
              <a:t>), code . (</a:t>
            </a:r>
            <a:r>
              <a:rPr lang="en-US" dirty="0" err="1" smtClean="0"/>
              <a:t>ingresar</a:t>
            </a:r>
            <a:r>
              <a:rPr lang="en-US" dirty="0" smtClean="0"/>
              <a:t> a visual code)</a:t>
            </a:r>
          </a:p>
          <a:p>
            <a:r>
              <a:rPr lang="es-BO" dirty="0" smtClean="0"/>
              <a:t>Dentro de visual </a:t>
            </a:r>
            <a:r>
              <a:rPr lang="es-BO" dirty="0" err="1" smtClean="0"/>
              <a:t>code</a:t>
            </a:r>
            <a:r>
              <a:rPr lang="es-BO" dirty="0" smtClean="0"/>
              <a:t> crear un archivo (</a:t>
            </a:r>
            <a:r>
              <a:rPr lang="es-BO" dirty="0" err="1" smtClean="0"/>
              <a:t>index.php</a:t>
            </a:r>
            <a:r>
              <a:rPr lang="es-BO" dirty="0" smtClean="0"/>
              <a:t>) y escribir dentro del mismo: </a:t>
            </a: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989" y="1941342"/>
            <a:ext cx="3031505" cy="1209821"/>
          </a:xfrm>
          <a:prstGeom prst="rect">
            <a:avLst/>
          </a:prstGeom>
        </p:spPr>
      </p:pic>
      <p:sp>
        <p:nvSpPr>
          <p:cNvPr id="8" name="Marcador de contenido 2"/>
          <p:cNvSpPr txBox="1">
            <a:spLocks/>
          </p:cNvSpPr>
          <p:nvPr/>
        </p:nvSpPr>
        <p:spPr>
          <a:xfrm>
            <a:off x="1371599" y="3699804"/>
            <a:ext cx="9995095" cy="1280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BO" dirty="0" smtClean="0"/>
              <a:t>Ir de nuevo a la terminal y colocar: </a:t>
            </a:r>
            <a:r>
              <a:rPr lang="es-BO" b="1" dirty="0" err="1" smtClean="0">
                <a:solidFill>
                  <a:srgbClr val="FF0000"/>
                </a:solidFill>
              </a:rPr>
              <a:t>php</a:t>
            </a:r>
            <a:r>
              <a:rPr lang="es-BO" b="1" dirty="0" smtClean="0">
                <a:solidFill>
                  <a:srgbClr val="FF0000"/>
                </a:solidFill>
              </a:rPr>
              <a:t> –S localhost:8000 </a:t>
            </a:r>
          </a:p>
          <a:p>
            <a:pPr marL="0" indent="0">
              <a:buNone/>
            </a:pPr>
            <a:r>
              <a:rPr lang="es-BO" dirty="0" smtClean="0">
                <a:solidFill>
                  <a:srgbClr val="191B0E"/>
                </a:solidFill>
              </a:rPr>
              <a:t>Este iniciara el servidor por defecto de PHP mostrándonos una pagina donde verificar los datos de PHP</a:t>
            </a:r>
            <a:endParaRPr lang="es-BO" dirty="0" smtClean="0">
              <a:solidFill>
                <a:srgbClr val="191B0E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212" y="5084245"/>
            <a:ext cx="9109374" cy="88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860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i="1" dirty="0" smtClean="0"/>
              <a:t>EN CASO DE TENER PROBLEMAS EN LA INSTALACION DE XAMMP </a:t>
            </a:r>
            <a:r>
              <a:rPr lang="es-BO" sz="3200" b="1" dirty="0" smtClean="0"/>
              <a:t>POR</a:t>
            </a:r>
            <a:r>
              <a:rPr lang="es-BO" sz="3200" b="1" i="1" dirty="0" smtClean="0"/>
              <a:t> ERROR UAC</a:t>
            </a:r>
            <a:endParaRPr lang="en-US" sz="3200" b="1" i="1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261" y="1396307"/>
            <a:ext cx="3801005" cy="1638529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61" y="3038003"/>
            <a:ext cx="3335555" cy="173016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261" y="5114239"/>
            <a:ext cx="1531394" cy="597244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9261" y="6068325"/>
            <a:ext cx="4307815" cy="335204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641" y="2110321"/>
            <a:ext cx="4953691" cy="2657846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794438" y="2030905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1.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794438" y="384860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2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1" name="CuadroTexto 10"/>
          <p:cNvSpPr txBox="1"/>
          <p:nvPr/>
        </p:nvSpPr>
        <p:spPr>
          <a:xfrm>
            <a:off x="794438" y="5228195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3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2" name="CuadroTexto 11"/>
          <p:cNvSpPr txBox="1"/>
          <p:nvPr/>
        </p:nvSpPr>
        <p:spPr>
          <a:xfrm>
            <a:off x="794438" y="6067081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4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3" name="CuadroTexto 12"/>
          <p:cNvSpPr txBox="1"/>
          <p:nvPr/>
        </p:nvSpPr>
        <p:spPr>
          <a:xfrm>
            <a:off x="6164191" y="3254578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5</a:t>
            </a:r>
            <a:r>
              <a:rPr lang="es-BO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274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6407633"/>
            <a:ext cx="2495898" cy="39058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64780"/>
            <a:ext cx="8783276" cy="109552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399" y="2674137"/>
            <a:ext cx="5591955" cy="174331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399" y="1635973"/>
            <a:ext cx="1991003" cy="543001"/>
          </a:xfrm>
          <a:prstGeom prst="rect">
            <a:avLst/>
          </a:prstGeom>
        </p:spPr>
      </p:pic>
      <p:sp>
        <p:nvSpPr>
          <p:cNvPr id="11" name="CuadroTexto 10"/>
          <p:cNvSpPr txBox="1"/>
          <p:nvPr/>
        </p:nvSpPr>
        <p:spPr>
          <a:xfrm>
            <a:off x="815926" y="1722807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1.</a:t>
            </a:r>
            <a:endParaRPr lang="en-US" dirty="0"/>
          </a:p>
        </p:txBody>
      </p:sp>
      <p:sp>
        <p:nvSpPr>
          <p:cNvPr id="12" name="CuadroTexto 11"/>
          <p:cNvSpPr txBox="1"/>
          <p:nvPr/>
        </p:nvSpPr>
        <p:spPr>
          <a:xfrm>
            <a:off x="859300" y="3361130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2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3" name="CuadroTexto 12"/>
          <p:cNvSpPr txBox="1"/>
          <p:nvPr/>
        </p:nvSpPr>
        <p:spPr>
          <a:xfrm>
            <a:off x="859300" y="5227878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3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4" name="CuadroTexto 13"/>
          <p:cNvSpPr txBox="1"/>
          <p:nvPr/>
        </p:nvSpPr>
        <p:spPr>
          <a:xfrm>
            <a:off x="860902" y="6437216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4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5" name="Rectángulo 14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DESCARGA DE MYSQL WORKBENCH</a:t>
            </a:r>
            <a:endParaRPr lang="en-US" sz="3200" b="1" i="1" dirty="0"/>
          </a:p>
        </p:txBody>
      </p:sp>
    </p:spTree>
    <p:extLst>
      <p:ext uri="{BB962C8B-B14F-4D97-AF65-F5344CB8AC3E}">
        <p14:creationId xmlns:p14="http://schemas.microsoft.com/office/powerpoint/2010/main" val="426621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84" y="1412884"/>
            <a:ext cx="1590897" cy="571580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184" y="2423645"/>
            <a:ext cx="5315692" cy="144800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7184" y="4390878"/>
            <a:ext cx="7640116" cy="390580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308295" y="1698674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 smtClean="0"/>
              <a:t>1.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1308295" y="2999908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2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1" name="CuadroTexto 10"/>
          <p:cNvSpPr txBox="1"/>
          <p:nvPr/>
        </p:nvSpPr>
        <p:spPr>
          <a:xfrm>
            <a:off x="1308295" y="441740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BO" dirty="0"/>
              <a:t>3</a:t>
            </a:r>
            <a:r>
              <a:rPr lang="es-BO" dirty="0" smtClean="0"/>
              <a:t>.</a:t>
            </a:r>
            <a:endParaRPr lang="en-US" dirty="0"/>
          </a:p>
        </p:txBody>
      </p:sp>
      <p:sp>
        <p:nvSpPr>
          <p:cNvPr id="12" name="Rectángulo 11"/>
          <p:cNvSpPr/>
          <p:nvPr/>
        </p:nvSpPr>
        <p:spPr>
          <a:xfrm>
            <a:off x="689318" y="5641145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i="1" dirty="0" smtClean="0"/>
              <a:t>NOTA A LA HORA DE INSTALAR COMPOSER, ACTIVAR LA OPCION QUE DICE: (DEVELOPER MODE)</a:t>
            </a:r>
            <a:endParaRPr lang="en-US" sz="3200" b="1" i="1" dirty="0"/>
          </a:p>
        </p:txBody>
      </p:sp>
      <p:sp>
        <p:nvSpPr>
          <p:cNvPr id="13" name="Rectángulo 12"/>
          <p:cNvSpPr/>
          <p:nvPr/>
        </p:nvSpPr>
        <p:spPr>
          <a:xfrm>
            <a:off x="689318" y="-315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BO" sz="3200" b="1" dirty="0" smtClean="0"/>
              <a:t>DESCARGAR COMPOSER</a:t>
            </a:r>
            <a:endParaRPr lang="en-US" sz="3200" b="1" i="1" dirty="0"/>
          </a:p>
        </p:txBody>
      </p:sp>
    </p:spTree>
    <p:extLst>
      <p:ext uri="{BB962C8B-B14F-4D97-AF65-F5344CB8AC3E}">
        <p14:creationId xmlns:p14="http://schemas.microsoft.com/office/powerpoint/2010/main" val="1705340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ángulo 3"/>
          <p:cNvSpPr/>
          <p:nvPr/>
        </p:nvSpPr>
        <p:spPr>
          <a:xfrm>
            <a:off x="689318" y="0"/>
            <a:ext cx="11502682" cy="1216855"/>
          </a:xfrm>
          <a:prstGeom prst="rect">
            <a:avLst/>
          </a:prstGeom>
          <a:solidFill>
            <a:srgbClr val="191B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b="1" i="1" dirty="0"/>
          </a:p>
        </p:txBody>
      </p:sp>
    </p:spTree>
    <p:extLst>
      <p:ext uri="{BB962C8B-B14F-4D97-AF65-F5344CB8AC3E}">
        <p14:creationId xmlns:p14="http://schemas.microsoft.com/office/powerpoint/2010/main" val="181907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Recorte</Template>
  <TotalTime>185</TotalTime>
  <Words>323</Words>
  <Application>Microsoft Office PowerPoint</Application>
  <PresentationFormat>Panorámica</PresentationFormat>
  <Paragraphs>47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2" baseType="lpstr">
      <vt:lpstr>Franklin Gothic Book</vt:lpstr>
      <vt:lpstr>Crop</vt:lpstr>
      <vt:lpstr>LARAVEL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LARAVEL </dc:title>
  <dc:creator>Jhonatan</dc:creator>
  <cp:lastModifiedBy>Jhonatan</cp:lastModifiedBy>
  <cp:revision>11</cp:revision>
  <dcterms:created xsi:type="dcterms:W3CDTF">2024-08-03T00:58:24Z</dcterms:created>
  <dcterms:modified xsi:type="dcterms:W3CDTF">2024-08-03T04:03:29Z</dcterms:modified>
</cp:coreProperties>
</file>