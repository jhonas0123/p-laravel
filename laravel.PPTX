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0" r:id="rId4"/>
    <p:sldId id="262" r:id="rId5"/>
    <p:sldId id="263" r:id="rId6"/>
    <p:sldId id="264" r:id="rId7"/>
    <p:sldId id="265" r:id="rId8"/>
    <p:sldId id="258" r:id="rId9"/>
    <p:sldId id="259" r:id="rId10"/>
    <p:sldId id="261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91B0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498" y="-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B4B830D8-5D8E-4BFD-8545-8B41F3C9ADC0}" type="datetimeFigureOut">
              <a:rPr lang="en-US" smtClean="0"/>
              <a:t>8/3/2024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DC314DD0-3432-4ABD-A039-22021283ABFE}" type="slidenum">
              <a:rPr lang="en-US" smtClean="0"/>
              <a:t>‹Nº›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19566391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830D8-5D8E-4BFD-8545-8B41F3C9ADC0}" type="datetimeFigureOut">
              <a:rPr lang="en-US" smtClean="0"/>
              <a:t>8/3/2024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14DD0-3432-4ABD-A039-22021283ABF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643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4B830D8-5D8E-4BFD-8545-8B41F3C9ADC0}" type="datetimeFigureOut">
              <a:rPr lang="en-US" smtClean="0"/>
              <a:t>8/3/2024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C314DD0-3432-4ABD-A039-22021283ABFE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22168333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830D8-5D8E-4BFD-8545-8B41F3C9ADC0}" type="datetimeFigureOut">
              <a:rPr lang="en-US" smtClean="0"/>
              <a:t>8/3/2024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14DD0-3432-4ABD-A039-22021283ABF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980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830D8-5D8E-4BFD-8545-8B41F3C9ADC0}" type="datetimeFigureOut">
              <a:rPr lang="en-US" smtClean="0"/>
              <a:t>8/3/2024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14DD0-3432-4ABD-A039-22021283ABF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453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830D8-5D8E-4BFD-8545-8B41F3C9ADC0}" type="datetimeFigureOut">
              <a:rPr lang="en-US" smtClean="0"/>
              <a:t>8/3/2024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14DD0-3432-4ABD-A039-22021283ABF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4069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830D8-5D8E-4BFD-8545-8B41F3C9ADC0}" type="datetimeFigureOut">
              <a:rPr lang="en-US" smtClean="0"/>
              <a:t>8/3/2024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14DD0-3432-4ABD-A039-22021283ABF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622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4B830D8-5D8E-4BFD-8545-8B41F3C9ADC0}" type="datetimeFigureOut">
              <a:rPr lang="en-US" smtClean="0"/>
              <a:t>8/3/2024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C314DD0-3432-4ABD-A039-22021283ABFE}" type="slidenum">
              <a:rPr lang="en-US" smtClean="0"/>
              <a:t>‹Nº›</a:t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934366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4B830D8-5D8E-4BFD-8545-8B41F3C9ADC0}" type="datetimeFigureOut">
              <a:rPr lang="en-US" smtClean="0"/>
              <a:t>8/3/2024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C314DD0-3432-4ABD-A039-22021283ABFE}" type="slidenum">
              <a:rPr lang="en-US" smtClean="0"/>
              <a:t>‹Nº›</a:t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865347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830D8-5D8E-4BFD-8545-8B41F3C9ADC0}" type="datetimeFigureOut">
              <a:rPr lang="en-US" smtClean="0"/>
              <a:t>8/3/2024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14DD0-3432-4ABD-A039-22021283ABF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4235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830D8-5D8E-4BFD-8545-8B41F3C9ADC0}" type="datetimeFigureOut">
              <a:rPr lang="en-US" smtClean="0"/>
              <a:t>8/3/2024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14DD0-3432-4ABD-A039-22021283ABF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708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B4B830D8-5D8E-4BFD-8545-8B41F3C9ADC0}" type="datetimeFigureOut">
              <a:rPr lang="en-US" smtClean="0"/>
              <a:t>8/3/2024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DC314DD0-3432-4ABD-A039-22021283ABFE}" type="slidenum">
              <a:rPr lang="en-US" smtClean="0"/>
              <a:t>‹Nº›</a:t>
            </a:fld>
            <a:endParaRPr lang="en-US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6559974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/practica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BO" sz="8800" b="1" dirty="0" smtClean="0"/>
              <a:t>LARAVEL </a:t>
            </a:r>
            <a:endParaRPr lang="en-US" sz="8800" b="1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BO" dirty="0" smtClean="0"/>
              <a:t>Creación de Red social con </a:t>
            </a:r>
            <a:r>
              <a:rPr lang="es-BO" dirty="0" err="1" smtClean="0"/>
              <a:t>Laravel</a:t>
            </a:r>
            <a:endParaRPr lang="es-BO" dirty="0" smtClean="0"/>
          </a:p>
        </p:txBody>
      </p:sp>
    </p:spTree>
    <p:extLst>
      <p:ext uri="{BB962C8B-B14F-4D97-AF65-F5344CB8AC3E}">
        <p14:creationId xmlns:p14="http://schemas.microsoft.com/office/powerpoint/2010/main" val="17922399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BO" dirty="0" err="1" smtClean="0"/>
              <a:t>MySQL</a:t>
            </a:r>
            <a:r>
              <a:rPr lang="es-BO" dirty="0" smtClean="0"/>
              <a:t> </a:t>
            </a:r>
            <a:r>
              <a:rPr lang="es-BO" dirty="0" err="1" smtClean="0"/>
              <a:t>Workbench</a:t>
            </a:r>
            <a:endParaRPr lang="es-BO" dirty="0" smtClean="0"/>
          </a:p>
          <a:p>
            <a:r>
              <a:rPr lang="es-BO" dirty="0" err="1" smtClean="0"/>
              <a:t>Composer</a:t>
            </a:r>
            <a:endParaRPr lang="es-BO" dirty="0" smtClean="0"/>
          </a:p>
          <a:p>
            <a:r>
              <a:rPr lang="es-BO" dirty="0" smtClean="0"/>
              <a:t>Nose.js</a:t>
            </a:r>
          </a:p>
          <a:p>
            <a:r>
              <a:rPr lang="es-BO" dirty="0" err="1" smtClean="0"/>
              <a:t>Tailwind</a:t>
            </a:r>
            <a:r>
              <a:rPr lang="es-BO" dirty="0" smtClean="0"/>
              <a:t> </a:t>
            </a:r>
            <a:r>
              <a:rPr lang="es-BO" dirty="0" err="1" smtClean="0"/>
              <a:t>css</a:t>
            </a:r>
            <a:endParaRPr lang="es-BO" dirty="0" smtClean="0"/>
          </a:p>
          <a:p>
            <a:r>
              <a:rPr lang="es-BO" dirty="0" smtClean="0"/>
              <a:t>PHP</a:t>
            </a:r>
          </a:p>
          <a:p>
            <a:r>
              <a:rPr lang="es-BO" dirty="0" smtClean="0"/>
              <a:t>XAMPP</a:t>
            </a:r>
            <a:endParaRPr lang="en-US" dirty="0"/>
          </a:p>
        </p:txBody>
      </p:sp>
      <p:sp>
        <p:nvSpPr>
          <p:cNvPr id="4" name="Rectángulo 3"/>
          <p:cNvSpPr/>
          <p:nvPr/>
        </p:nvSpPr>
        <p:spPr>
          <a:xfrm>
            <a:off x="689318" y="0"/>
            <a:ext cx="11502682" cy="1216855"/>
          </a:xfrm>
          <a:prstGeom prst="rect">
            <a:avLst/>
          </a:prstGeom>
          <a:solidFill>
            <a:srgbClr val="191B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BO" sz="3200" b="1" dirty="0" smtClean="0"/>
              <a:t>PROGRAMAS NECESARIOS</a:t>
            </a:r>
            <a:endParaRPr lang="en-US" sz="3200" b="1" i="1" dirty="0"/>
          </a:p>
        </p:txBody>
      </p:sp>
    </p:spTree>
    <p:extLst>
      <p:ext uri="{BB962C8B-B14F-4D97-AF65-F5344CB8AC3E}">
        <p14:creationId xmlns:p14="http://schemas.microsoft.com/office/powerpoint/2010/main" val="1199556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689318" y="0"/>
            <a:ext cx="11502682" cy="1216855"/>
          </a:xfrm>
          <a:prstGeom prst="rect">
            <a:avLst/>
          </a:prstGeom>
          <a:solidFill>
            <a:srgbClr val="191B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BO" sz="3200" b="1" dirty="0" smtClean="0"/>
              <a:t>DESCARGAR XAMPP</a:t>
            </a:r>
            <a:endParaRPr lang="en-US" sz="3200" b="1" dirty="0"/>
          </a:p>
        </p:txBody>
      </p:sp>
      <p:sp>
        <p:nvSpPr>
          <p:cNvPr id="5" name="CuadroTexto 4"/>
          <p:cNvSpPr txBox="1"/>
          <p:nvPr/>
        </p:nvSpPr>
        <p:spPr>
          <a:xfrm>
            <a:off x="815926" y="1722807"/>
            <a:ext cx="375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BO" dirty="0" smtClean="0"/>
              <a:t>1.</a:t>
            </a:r>
            <a:endParaRPr lang="en-US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0986" y="1616920"/>
            <a:ext cx="3219899" cy="581106"/>
          </a:xfrm>
          <a:prstGeom prst="rect">
            <a:avLst/>
          </a:prstGeom>
        </p:spPr>
      </p:pic>
      <p:sp>
        <p:nvSpPr>
          <p:cNvPr id="6" name="CuadroTexto 5"/>
          <p:cNvSpPr txBox="1"/>
          <p:nvPr/>
        </p:nvSpPr>
        <p:spPr>
          <a:xfrm>
            <a:off x="815926" y="3232689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BO" dirty="0"/>
              <a:t>2</a:t>
            </a:r>
            <a:r>
              <a:rPr lang="es-BO" dirty="0" smtClean="0"/>
              <a:t>.</a:t>
            </a:r>
            <a:endParaRPr lang="en-US" dirty="0"/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0986" y="2598091"/>
            <a:ext cx="5277587" cy="1638529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1350" y="4922434"/>
            <a:ext cx="10288436" cy="1390844"/>
          </a:xfrm>
          <a:prstGeom prst="rect">
            <a:avLst/>
          </a:prstGeom>
        </p:spPr>
      </p:pic>
      <p:sp>
        <p:nvSpPr>
          <p:cNvPr id="9" name="CuadroTexto 8"/>
          <p:cNvSpPr txBox="1"/>
          <p:nvPr/>
        </p:nvSpPr>
        <p:spPr>
          <a:xfrm>
            <a:off x="815926" y="5433190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BO" dirty="0" smtClean="0"/>
              <a:t>3.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7685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689318" y="0"/>
            <a:ext cx="11502682" cy="1216855"/>
          </a:xfrm>
          <a:prstGeom prst="rect">
            <a:avLst/>
          </a:prstGeom>
          <a:solidFill>
            <a:srgbClr val="191B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BO" sz="3200" b="1" i="1" dirty="0" smtClean="0"/>
              <a:t>EN CASO DE TENER PROBLEMAS EN LA INSTALACION DE XAMMP </a:t>
            </a:r>
            <a:r>
              <a:rPr lang="es-BO" sz="3200" b="1" dirty="0" smtClean="0"/>
              <a:t>POR</a:t>
            </a:r>
            <a:r>
              <a:rPr lang="es-BO" sz="3200" b="1" i="1" dirty="0" smtClean="0"/>
              <a:t> ERROR UAC</a:t>
            </a:r>
            <a:endParaRPr lang="en-US" sz="3200" b="1" i="1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9261" y="1396307"/>
            <a:ext cx="3801005" cy="1638529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9261" y="3038003"/>
            <a:ext cx="3335555" cy="1730164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9261" y="5114239"/>
            <a:ext cx="1531394" cy="597244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9261" y="6068325"/>
            <a:ext cx="4307815" cy="335204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9641" y="2110321"/>
            <a:ext cx="4953691" cy="2657846"/>
          </a:xfrm>
          <a:prstGeom prst="rect">
            <a:avLst/>
          </a:prstGeom>
        </p:spPr>
      </p:pic>
      <p:sp>
        <p:nvSpPr>
          <p:cNvPr id="9" name="CuadroTexto 8"/>
          <p:cNvSpPr txBox="1"/>
          <p:nvPr/>
        </p:nvSpPr>
        <p:spPr>
          <a:xfrm>
            <a:off x="794438" y="2030905"/>
            <a:ext cx="375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BO" dirty="0" smtClean="0"/>
              <a:t>1.</a:t>
            </a:r>
            <a:endParaRPr lang="en-US" dirty="0"/>
          </a:p>
        </p:txBody>
      </p:sp>
      <p:sp>
        <p:nvSpPr>
          <p:cNvPr id="10" name="CuadroTexto 9"/>
          <p:cNvSpPr txBox="1"/>
          <p:nvPr/>
        </p:nvSpPr>
        <p:spPr>
          <a:xfrm>
            <a:off x="794438" y="3848600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BO" dirty="0"/>
              <a:t>2</a:t>
            </a:r>
            <a:r>
              <a:rPr lang="es-BO" dirty="0" smtClean="0"/>
              <a:t>.</a:t>
            </a:r>
            <a:endParaRPr lang="en-US" dirty="0"/>
          </a:p>
        </p:txBody>
      </p:sp>
      <p:sp>
        <p:nvSpPr>
          <p:cNvPr id="11" name="CuadroTexto 10"/>
          <p:cNvSpPr txBox="1"/>
          <p:nvPr/>
        </p:nvSpPr>
        <p:spPr>
          <a:xfrm>
            <a:off x="794438" y="5228195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BO" dirty="0"/>
              <a:t>3</a:t>
            </a:r>
            <a:r>
              <a:rPr lang="es-BO" dirty="0" smtClean="0"/>
              <a:t>.</a:t>
            </a:r>
            <a:endParaRPr lang="en-US" dirty="0"/>
          </a:p>
        </p:txBody>
      </p:sp>
      <p:sp>
        <p:nvSpPr>
          <p:cNvPr id="12" name="CuadroTexto 11"/>
          <p:cNvSpPr txBox="1"/>
          <p:nvPr/>
        </p:nvSpPr>
        <p:spPr>
          <a:xfrm>
            <a:off x="794438" y="6067081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BO" dirty="0"/>
              <a:t>4</a:t>
            </a:r>
            <a:r>
              <a:rPr lang="es-BO" dirty="0" smtClean="0"/>
              <a:t>.</a:t>
            </a:r>
            <a:endParaRPr lang="en-US" dirty="0"/>
          </a:p>
        </p:txBody>
      </p:sp>
      <p:sp>
        <p:nvSpPr>
          <p:cNvPr id="13" name="CuadroTexto 12"/>
          <p:cNvSpPr txBox="1"/>
          <p:nvPr/>
        </p:nvSpPr>
        <p:spPr>
          <a:xfrm>
            <a:off x="6164191" y="3254578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BO" dirty="0"/>
              <a:t>5</a:t>
            </a:r>
            <a:r>
              <a:rPr lang="es-BO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6274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689318" y="0"/>
            <a:ext cx="11502682" cy="1216855"/>
          </a:xfrm>
          <a:prstGeom prst="rect">
            <a:avLst/>
          </a:prstGeom>
          <a:solidFill>
            <a:srgbClr val="191B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BO" sz="3200" b="1" dirty="0" smtClean="0"/>
              <a:t>DESCARGAR PHP</a:t>
            </a:r>
            <a:endParaRPr lang="en-US" sz="3200" b="1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82" y="1298588"/>
            <a:ext cx="1267002" cy="371527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79" y="2039114"/>
            <a:ext cx="4191585" cy="1257475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4"/>
          <a:srcRect r="35904"/>
          <a:stretch/>
        </p:blipFill>
        <p:spPr>
          <a:xfrm>
            <a:off x="1115580" y="3665589"/>
            <a:ext cx="4191585" cy="1794324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5581" y="5878041"/>
            <a:ext cx="1781424" cy="342948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49982" y="1670115"/>
            <a:ext cx="5325218" cy="2181529"/>
          </a:xfrm>
          <a:prstGeom prst="rect">
            <a:avLst/>
          </a:prstGeom>
        </p:spPr>
      </p:pic>
      <p:pic>
        <p:nvPicPr>
          <p:cNvPr id="11" name="Imagen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7640" y="4846066"/>
            <a:ext cx="5029902" cy="485843"/>
          </a:xfrm>
          <a:prstGeom prst="rect">
            <a:avLst/>
          </a:prstGeom>
        </p:spPr>
      </p:pic>
      <p:sp>
        <p:nvSpPr>
          <p:cNvPr id="12" name="CuadroTexto 11"/>
          <p:cNvSpPr txBox="1"/>
          <p:nvPr/>
        </p:nvSpPr>
        <p:spPr>
          <a:xfrm>
            <a:off x="730837" y="1300783"/>
            <a:ext cx="375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BO" dirty="0" smtClean="0"/>
              <a:t>1.</a:t>
            </a:r>
            <a:endParaRPr lang="en-US" dirty="0"/>
          </a:p>
        </p:txBody>
      </p:sp>
      <p:sp>
        <p:nvSpPr>
          <p:cNvPr id="13" name="CuadroTexto 12"/>
          <p:cNvSpPr txBox="1"/>
          <p:nvPr/>
        </p:nvSpPr>
        <p:spPr>
          <a:xfrm>
            <a:off x="730837" y="2391547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BO" dirty="0" smtClean="0"/>
              <a:t>2.</a:t>
            </a:r>
            <a:endParaRPr lang="en-US" dirty="0"/>
          </a:p>
        </p:txBody>
      </p:sp>
      <p:sp>
        <p:nvSpPr>
          <p:cNvPr id="14" name="CuadroTexto 13"/>
          <p:cNvSpPr txBox="1"/>
          <p:nvPr/>
        </p:nvSpPr>
        <p:spPr>
          <a:xfrm>
            <a:off x="730837" y="4193419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BO" dirty="0" smtClean="0"/>
              <a:t>3.</a:t>
            </a:r>
            <a:endParaRPr lang="en-US" dirty="0"/>
          </a:p>
        </p:txBody>
      </p:sp>
      <p:sp>
        <p:nvSpPr>
          <p:cNvPr id="15" name="CuadroTexto 14"/>
          <p:cNvSpPr txBox="1"/>
          <p:nvPr/>
        </p:nvSpPr>
        <p:spPr>
          <a:xfrm>
            <a:off x="730837" y="5864849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BO" dirty="0" smtClean="0"/>
              <a:t>4.</a:t>
            </a:r>
            <a:endParaRPr lang="en-US" dirty="0"/>
          </a:p>
        </p:txBody>
      </p:sp>
      <p:sp>
        <p:nvSpPr>
          <p:cNvPr id="16" name="CuadroTexto 15"/>
          <p:cNvSpPr txBox="1"/>
          <p:nvPr/>
        </p:nvSpPr>
        <p:spPr>
          <a:xfrm>
            <a:off x="5861468" y="2576213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BO" dirty="0" smtClean="0"/>
              <a:t>5.</a:t>
            </a:r>
            <a:endParaRPr lang="en-US" dirty="0"/>
          </a:p>
        </p:txBody>
      </p:sp>
      <p:sp>
        <p:nvSpPr>
          <p:cNvPr id="17" name="CuadroTexto 16"/>
          <p:cNvSpPr txBox="1"/>
          <p:nvPr/>
        </p:nvSpPr>
        <p:spPr>
          <a:xfrm>
            <a:off x="5820614" y="4944992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BO" dirty="0" smtClean="0"/>
              <a:t>6.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8973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371600" y="2285999"/>
            <a:ext cx="9601200" cy="4353951"/>
          </a:xfrm>
        </p:spPr>
        <p:txBody>
          <a:bodyPr/>
          <a:lstStyle/>
          <a:p>
            <a:r>
              <a:rPr lang="es-BO" dirty="0" smtClean="0"/>
              <a:t>Descomprimir el contenido .ZIP descargado</a:t>
            </a:r>
          </a:p>
          <a:p>
            <a:r>
              <a:rPr lang="es-BO" dirty="0" smtClean="0"/>
              <a:t>Crear una carpeta con nombre (PHP) en el disco local :C </a:t>
            </a:r>
          </a:p>
          <a:p>
            <a:r>
              <a:rPr lang="es-BO" dirty="0" smtClean="0"/>
              <a:t>Copear todo el contenido de la carpeta descomprimida a la carpeta creada con nombre (PHP) en el disco local :C</a:t>
            </a:r>
          </a:p>
          <a:p>
            <a:r>
              <a:rPr lang="es-BO" dirty="0" smtClean="0"/>
              <a:t>Luego para configurar ir al buscador del sistema y buscar (editar las variables de entorno del sistema), ir a la opción de (Variables de entorno…)</a:t>
            </a:r>
          </a:p>
          <a:p>
            <a:r>
              <a:rPr lang="es-BO" dirty="0" smtClean="0"/>
              <a:t>Buscar la Variable (</a:t>
            </a:r>
            <a:r>
              <a:rPr lang="es-BO" dirty="0" err="1" smtClean="0"/>
              <a:t>Path</a:t>
            </a:r>
            <a:r>
              <a:rPr lang="es-BO" dirty="0" smtClean="0"/>
              <a:t>) y presionar en editar, dentro del apartado presionar en nuevo y colocar la dirección donde se encuentra la carpeta PHP (C:\PHP) luego coloca ok y ok</a:t>
            </a:r>
          </a:p>
          <a:p>
            <a:r>
              <a:rPr lang="es-BO" dirty="0" smtClean="0"/>
              <a:t>Para verificar que PHP ya esta instalada, ir a la terminal y colocar (</a:t>
            </a:r>
            <a:r>
              <a:rPr lang="es-BO" dirty="0" err="1" smtClean="0"/>
              <a:t>php</a:t>
            </a:r>
            <a:r>
              <a:rPr lang="es-BO" dirty="0" smtClean="0"/>
              <a:t> –v) con esto sabremos la versión y si se instalo correctamente.</a:t>
            </a:r>
            <a:endParaRPr lang="en-US" dirty="0"/>
          </a:p>
        </p:txBody>
      </p:sp>
      <p:sp>
        <p:nvSpPr>
          <p:cNvPr id="4" name="Rectángulo 3"/>
          <p:cNvSpPr/>
          <p:nvPr/>
        </p:nvSpPr>
        <p:spPr>
          <a:xfrm>
            <a:off x="689318" y="0"/>
            <a:ext cx="11502682" cy="1216855"/>
          </a:xfrm>
          <a:prstGeom prst="rect">
            <a:avLst/>
          </a:prstGeom>
          <a:solidFill>
            <a:srgbClr val="191B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BO" sz="3200" b="1" dirty="0" smtClean="0"/>
              <a:t>PROCEDIMIENTO DE INSTALAR PHP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2407347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371599" y="562707"/>
            <a:ext cx="9995095" cy="1378635"/>
          </a:xfrm>
        </p:spPr>
        <p:txBody>
          <a:bodyPr/>
          <a:lstStyle/>
          <a:p>
            <a:r>
              <a:rPr lang="es-BO" dirty="0" smtClean="0"/>
              <a:t>Otra forma para verificar es:</a:t>
            </a:r>
            <a:r>
              <a:rPr lang="en-US" dirty="0" smtClean="0"/>
              <a:t> </a:t>
            </a:r>
            <a:r>
              <a:rPr lang="en-US" dirty="0" err="1" smtClean="0"/>
              <a:t>entrar</a:t>
            </a:r>
            <a:r>
              <a:rPr lang="en-US" dirty="0" smtClean="0"/>
              <a:t> a la terminal, </a:t>
            </a:r>
            <a:r>
              <a:rPr lang="en-US" dirty="0" err="1" smtClean="0"/>
              <a:t>mkdir</a:t>
            </a:r>
            <a:r>
              <a:rPr lang="en-US" dirty="0" smtClean="0"/>
              <a:t> (</a:t>
            </a:r>
            <a:r>
              <a:rPr lang="en-US" dirty="0" err="1" smtClean="0"/>
              <a:t>nombre</a:t>
            </a:r>
            <a:r>
              <a:rPr lang="en-US" dirty="0" smtClean="0"/>
              <a:t> de la </a:t>
            </a:r>
            <a:r>
              <a:rPr lang="en-US" dirty="0" err="1" smtClean="0"/>
              <a:t>carpeta</a:t>
            </a:r>
            <a:r>
              <a:rPr lang="en-US" dirty="0" smtClean="0"/>
              <a:t>),       cd (</a:t>
            </a:r>
            <a:r>
              <a:rPr lang="en-US" dirty="0" err="1" smtClean="0"/>
              <a:t>ingresar</a:t>
            </a:r>
            <a:r>
              <a:rPr lang="en-US" dirty="0" smtClean="0"/>
              <a:t> a la </a:t>
            </a:r>
            <a:r>
              <a:rPr lang="en-US" dirty="0" err="1" smtClean="0"/>
              <a:t>carpeta</a:t>
            </a:r>
            <a:r>
              <a:rPr lang="en-US" dirty="0" smtClean="0"/>
              <a:t> </a:t>
            </a:r>
            <a:r>
              <a:rPr lang="en-US" dirty="0" err="1" smtClean="0"/>
              <a:t>creada</a:t>
            </a:r>
            <a:r>
              <a:rPr lang="en-US" dirty="0" smtClean="0"/>
              <a:t>), code . (</a:t>
            </a:r>
            <a:r>
              <a:rPr lang="en-US" dirty="0" err="1" smtClean="0"/>
              <a:t>ingresar</a:t>
            </a:r>
            <a:r>
              <a:rPr lang="en-US" dirty="0" smtClean="0"/>
              <a:t> a visual code)</a:t>
            </a:r>
          </a:p>
          <a:p>
            <a:r>
              <a:rPr lang="es-BO" dirty="0" smtClean="0"/>
              <a:t>Dentro de visual </a:t>
            </a:r>
            <a:r>
              <a:rPr lang="es-BO" dirty="0" err="1" smtClean="0"/>
              <a:t>code</a:t>
            </a:r>
            <a:r>
              <a:rPr lang="es-BO" dirty="0" smtClean="0"/>
              <a:t> crear un archivo (</a:t>
            </a:r>
            <a:r>
              <a:rPr lang="es-BO" dirty="0" err="1" smtClean="0"/>
              <a:t>index.php</a:t>
            </a:r>
            <a:r>
              <a:rPr lang="es-BO" dirty="0" smtClean="0"/>
              <a:t>) y escribir dentro del mismo: </a:t>
            </a:r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8989" y="1941342"/>
            <a:ext cx="3031505" cy="1209821"/>
          </a:xfrm>
          <a:prstGeom prst="rect">
            <a:avLst/>
          </a:prstGeom>
        </p:spPr>
      </p:pic>
      <p:sp>
        <p:nvSpPr>
          <p:cNvPr id="8" name="Marcador de contenido 2"/>
          <p:cNvSpPr txBox="1">
            <a:spLocks/>
          </p:cNvSpPr>
          <p:nvPr/>
        </p:nvSpPr>
        <p:spPr>
          <a:xfrm>
            <a:off x="1371599" y="3699804"/>
            <a:ext cx="9995095" cy="1280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BO" dirty="0" smtClean="0"/>
              <a:t>Ir de nuevo a la terminal y colocar: </a:t>
            </a:r>
            <a:r>
              <a:rPr lang="es-BO" b="1" dirty="0" err="1" smtClean="0">
                <a:solidFill>
                  <a:srgbClr val="FF0000"/>
                </a:solidFill>
              </a:rPr>
              <a:t>php</a:t>
            </a:r>
            <a:r>
              <a:rPr lang="es-BO" b="1" dirty="0" smtClean="0">
                <a:solidFill>
                  <a:srgbClr val="FF0000"/>
                </a:solidFill>
              </a:rPr>
              <a:t> –S localhost:8000 </a:t>
            </a:r>
          </a:p>
          <a:p>
            <a:pPr marL="0" indent="0">
              <a:buNone/>
            </a:pPr>
            <a:r>
              <a:rPr lang="es-BO" dirty="0" smtClean="0">
                <a:solidFill>
                  <a:srgbClr val="191B0E"/>
                </a:solidFill>
              </a:rPr>
              <a:t>Este iniciara el servidor por defecto de PHP mostrándonos una pagina donde verificar los datos de PHP</a:t>
            </a:r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0212" y="5084245"/>
            <a:ext cx="9109374" cy="888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860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6407633"/>
            <a:ext cx="2495898" cy="390580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4864780"/>
            <a:ext cx="8783276" cy="1095528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5399" y="2674137"/>
            <a:ext cx="5591955" cy="1743318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5399" y="1635973"/>
            <a:ext cx="1991003" cy="543001"/>
          </a:xfrm>
          <a:prstGeom prst="rect">
            <a:avLst/>
          </a:prstGeom>
        </p:spPr>
      </p:pic>
      <p:sp>
        <p:nvSpPr>
          <p:cNvPr id="11" name="CuadroTexto 10"/>
          <p:cNvSpPr txBox="1"/>
          <p:nvPr/>
        </p:nvSpPr>
        <p:spPr>
          <a:xfrm>
            <a:off x="815926" y="1722807"/>
            <a:ext cx="375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BO" dirty="0" smtClean="0"/>
              <a:t>1.</a:t>
            </a:r>
            <a:endParaRPr lang="en-US" dirty="0"/>
          </a:p>
        </p:txBody>
      </p:sp>
      <p:sp>
        <p:nvSpPr>
          <p:cNvPr id="12" name="CuadroTexto 11"/>
          <p:cNvSpPr txBox="1"/>
          <p:nvPr/>
        </p:nvSpPr>
        <p:spPr>
          <a:xfrm>
            <a:off x="859300" y="3361130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BO" dirty="0"/>
              <a:t>2</a:t>
            </a:r>
            <a:r>
              <a:rPr lang="es-BO" dirty="0" smtClean="0"/>
              <a:t>.</a:t>
            </a:r>
            <a:endParaRPr lang="en-US" dirty="0"/>
          </a:p>
        </p:txBody>
      </p:sp>
      <p:sp>
        <p:nvSpPr>
          <p:cNvPr id="13" name="CuadroTexto 12"/>
          <p:cNvSpPr txBox="1"/>
          <p:nvPr/>
        </p:nvSpPr>
        <p:spPr>
          <a:xfrm>
            <a:off x="859300" y="5227878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BO" dirty="0"/>
              <a:t>3</a:t>
            </a:r>
            <a:r>
              <a:rPr lang="es-BO" dirty="0" smtClean="0"/>
              <a:t>.</a:t>
            </a:r>
            <a:endParaRPr lang="en-US" dirty="0"/>
          </a:p>
        </p:txBody>
      </p:sp>
      <p:sp>
        <p:nvSpPr>
          <p:cNvPr id="14" name="CuadroTexto 13"/>
          <p:cNvSpPr txBox="1"/>
          <p:nvPr/>
        </p:nvSpPr>
        <p:spPr>
          <a:xfrm>
            <a:off x="860902" y="6437216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BO" dirty="0"/>
              <a:t>4</a:t>
            </a:r>
            <a:r>
              <a:rPr lang="es-BO" dirty="0" smtClean="0"/>
              <a:t>.</a:t>
            </a:r>
            <a:endParaRPr lang="en-US" dirty="0"/>
          </a:p>
        </p:txBody>
      </p:sp>
      <p:sp>
        <p:nvSpPr>
          <p:cNvPr id="15" name="Rectángulo 14"/>
          <p:cNvSpPr/>
          <p:nvPr/>
        </p:nvSpPr>
        <p:spPr>
          <a:xfrm>
            <a:off x="689318" y="0"/>
            <a:ext cx="11502682" cy="1216855"/>
          </a:xfrm>
          <a:prstGeom prst="rect">
            <a:avLst/>
          </a:prstGeom>
          <a:solidFill>
            <a:srgbClr val="191B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BO" sz="3200" b="1" dirty="0" smtClean="0"/>
              <a:t>DESCARGA DE MYSQL WORKBENCH</a:t>
            </a:r>
            <a:endParaRPr lang="en-US" sz="3200" b="1" i="1" dirty="0"/>
          </a:p>
        </p:txBody>
      </p:sp>
    </p:spTree>
    <p:extLst>
      <p:ext uri="{BB962C8B-B14F-4D97-AF65-F5344CB8AC3E}">
        <p14:creationId xmlns:p14="http://schemas.microsoft.com/office/powerpoint/2010/main" val="4266219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7184" y="1412884"/>
            <a:ext cx="1590897" cy="571580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7184" y="2423645"/>
            <a:ext cx="5315692" cy="1448002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7184" y="4390878"/>
            <a:ext cx="7640116" cy="390580"/>
          </a:xfrm>
          <a:prstGeom prst="rect">
            <a:avLst/>
          </a:prstGeom>
        </p:spPr>
      </p:pic>
      <p:sp>
        <p:nvSpPr>
          <p:cNvPr id="9" name="CuadroTexto 8"/>
          <p:cNvSpPr txBox="1"/>
          <p:nvPr/>
        </p:nvSpPr>
        <p:spPr>
          <a:xfrm>
            <a:off x="1308295" y="1698674"/>
            <a:ext cx="375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BO" dirty="0" smtClean="0"/>
              <a:t>1.</a:t>
            </a:r>
            <a:endParaRPr lang="en-US" dirty="0"/>
          </a:p>
        </p:txBody>
      </p:sp>
      <p:sp>
        <p:nvSpPr>
          <p:cNvPr id="10" name="CuadroTexto 9"/>
          <p:cNvSpPr txBox="1"/>
          <p:nvPr/>
        </p:nvSpPr>
        <p:spPr>
          <a:xfrm>
            <a:off x="1308295" y="2999908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BO" dirty="0"/>
              <a:t>2</a:t>
            </a:r>
            <a:r>
              <a:rPr lang="es-BO" dirty="0" smtClean="0"/>
              <a:t>.</a:t>
            </a:r>
            <a:endParaRPr lang="en-US" dirty="0"/>
          </a:p>
        </p:txBody>
      </p:sp>
      <p:sp>
        <p:nvSpPr>
          <p:cNvPr id="11" name="CuadroTexto 10"/>
          <p:cNvSpPr txBox="1"/>
          <p:nvPr/>
        </p:nvSpPr>
        <p:spPr>
          <a:xfrm>
            <a:off x="1308295" y="4417402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BO" dirty="0"/>
              <a:t>3</a:t>
            </a:r>
            <a:r>
              <a:rPr lang="es-BO" dirty="0" smtClean="0"/>
              <a:t>.</a:t>
            </a:r>
            <a:endParaRPr lang="en-US" dirty="0"/>
          </a:p>
        </p:txBody>
      </p:sp>
      <p:sp>
        <p:nvSpPr>
          <p:cNvPr id="12" name="Rectángulo 11"/>
          <p:cNvSpPr/>
          <p:nvPr/>
        </p:nvSpPr>
        <p:spPr>
          <a:xfrm>
            <a:off x="689318" y="5641145"/>
            <a:ext cx="11502682" cy="1216855"/>
          </a:xfrm>
          <a:prstGeom prst="rect">
            <a:avLst/>
          </a:prstGeom>
          <a:solidFill>
            <a:srgbClr val="191B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BO" sz="3200" b="1" i="1" dirty="0" smtClean="0"/>
              <a:t>NOTA A LA HORA DE INSTALAR COMPOSER, ACTIVAR LA OPCION QUE DICE: (DEVELOPER MODE)</a:t>
            </a:r>
            <a:endParaRPr lang="en-US" sz="3200" b="1" i="1" dirty="0"/>
          </a:p>
        </p:txBody>
      </p:sp>
      <p:sp>
        <p:nvSpPr>
          <p:cNvPr id="13" name="Rectángulo 12"/>
          <p:cNvSpPr/>
          <p:nvPr/>
        </p:nvSpPr>
        <p:spPr>
          <a:xfrm>
            <a:off x="689318" y="-3150"/>
            <a:ext cx="11502682" cy="1216855"/>
          </a:xfrm>
          <a:prstGeom prst="rect">
            <a:avLst/>
          </a:prstGeom>
          <a:solidFill>
            <a:srgbClr val="191B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BO" sz="3200" b="1" dirty="0" smtClean="0"/>
              <a:t>DESCARGAR COMPOSER</a:t>
            </a:r>
            <a:endParaRPr lang="en-US" sz="3200" b="1" i="1" dirty="0"/>
          </a:p>
        </p:txBody>
      </p:sp>
    </p:spTree>
    <p:extLst>
      <p:ext uri="{BB962C8B-B14F-4D97-AF65-F5344CB8AC3E}">
        <p14:creationId xmlns:p14="http://schemas.microsoft.com/office/powerpoint/2010/main" val="1705340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689318" y="0"/>
            <a:ext cx="11502682" cy="1216855"/>
          </a:xfrm>
          <a:prstGeom prst="rect">
            <a:avLst/>
          </a:prstGeom>
          <a:solidFill>
            <a:srgbClr val="191B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200" b="1" dirty="0" smtClean="0"/>
              <a:t>DESCARGAR NODE.JS</a:t>
            </a:r>
            <a:endParaRPr lang="en-US" sz="3200" b="1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112" y="1387326"/>
            <a:ext cx="1428949" cy="390580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112" y="1876481"/>
            <a:ext cx="4763165" cy="1581371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7112" y="3659534"/>
            <a:ext cx="2534004" cy="352474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6402" y="4156458"/>
            <a:ext cx="1276528" cy="428685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6402" y="4755906"/>
            <a:ext cx="3343742" cy="714475"/>
          </a:xfrm>
          <a:prstGeom prst="rect">
            <a:avLst/>
          </a:prstGeom>
        </p:spPr>
      </p:pic>
      <p:sp>
        <p:nvSpPr>
          <p:cNvPr id="9" name="CuadroTexto 8"/>
          <p:cNvSpPr txBox="1"/>
          <p:nvPr/>
        </p:nvSpPr>
        <p:spPr>
          <a:xfrm>
            <a:off x="900332" y="1426945"/>
            <a:ext cx="375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smtClean="0"/>
              <a:t>1.</a:t>
            </a:r>
            <a:endParaRPr lang="en-US" dirty="0"/>
          </a:p>
        </p:txBody>
      </p:sp>
      <p:sp>
        <p:nvSpPr>
          <p:cNvPr id="10" name="CuadroTexto 9"/>
          <p:cNvSpPr txBox="1"/>
          <p:nvPr/>
        </p:nvSpPr>
        <p:spPr>
          <a:xfrm>
            <a:off x="898730" y="2457609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2</a:t>
            </a:r>
            <a:r>
              <a:rPr lang="es-ES" dirty="0" smtClean="0"/>
              <a:t>.</a:t>
            </a:r>
            <a:endParaRPr lang="en-US" dirty="0"/>
          </a:p>
        </p:txBody>
      </p:sp>
      <p:sp>
        <p:nvSpPr>
          <p:cNvPr id="11" name="CuadroTexto 10"/>
          <p:cNvSpPr txBox="1"/>
          <p:nvPr/>
        </p:nvSpPr>
        <p:spPr>
          <a:xfrm>
            <a:off x="898730" y="3661727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3</a:t>
            </a:r>
            <a:r>
              <a:rPr lang="es-ES" dirty="0" smtClean="0"/>
              <a:t>.</a:t>
            </a:r>
            <a:endParaRPr lang="en-US" dirty="0"/>
          </a:p>
        </p:txBody>
      </p:sp>
      <p:sp>
        <p:nvSpPr>
          <p:cNvPr id="12" name="CuadroTexto 11"/>
          <p:cNvSpPr txBox="1"/>
          <p:nvPr/>
        </p:nvSpPr>
        <p:spPr>
          <a:xfrm>
            <a:off x="898730" y="4211834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4</a:t>
            </a:r>
            <a:r>
              <a:rPr lang="es-ES" dirty="0" smtClean="0"/>
              <a:t>.</a:t>
            </a:r>
            <a:endParaRPr lang="en-US" dirty="0"/>
          </a:p>
        </p:txBody>
      </p:sp>
      <p:sp>
        <p:nvSpPr>
          <p:cNvPr id="13" name="CuadroTexto 12"/>
          <p:cNvSpPr txBox="1"/>
          <p:nvPr/>
        </p:nvSpPr>
        <p:spPr>
          <a:xfrm>
            <a:off x="898730" y="4952673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5</a:t>
            </a:r>
            <a:r>
              <a:rPr lang="es-ES" dirty="0" smtClean="0"/>
              <a:t>.</a:t>
            </a:r>
            <a:endParaRPr lang="en-US" dirty="0"/>
          </a:p>
        </p:txBody>
      </p:sp>
      <p:sp>
        <p:nvSpPr>
          <p:cNvPr id="15" name="Rectángulo 14"/>
          <p:cNvSpPr/>
          <p:nvPr/>
        </p:nvSpPr>
        <p:spPr>
          <a:xfrm>
            <a:off x="689318" y="5641145"/>
            <a:ext cx="11502682" cy="1216855"/>
          </a:xfrm>
          <a:prstGeom prst="rect">
            <a:avLst/>
          </a:prstGeom>
          <a:solidFill>
            <a:srgbClr val="191B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BO" sz="3200" b="1" i="1" dirty="0" smtClean="0"/>
              <a:t>NOTA A LA HORA DE INSTALAR </a:t>
            </a:r>
            <a:r>
              <a:rPr lang="es-BO" sz="3200" b="1" i="1" dirty="0" smtClean="0"/>
              <a:t>NODE</a:t>
            </a:r>
            <a:r>
              <a:rPr lang="es-BO" sz="3200" b="1" i="1" dirty="0" smtClean="0"/>
              <a:t>, </a:t>
            </a:r>
            <a:r>
              <a:rPr lang="es-BO" sz="3200" b="1" i="1" dirty="0" smtClean="0"/>
              <a:t>ACTIVAR LA OPCION QUE DICE: </a:t>
            </a:r>
            <a:r>
              <a:rPr lang="es-BO" sz="3200" b="1" i="1" dirty="0" smtClean="0"/>
              <a:t>(</a:t>
            </a:r>
            <a:r>
              <a:rPr lang="es-BO" sz="3200" b="1" i="1" dirty="0" err="1" smtClean="0"/>
              <a:t>Automatically</a:t>
            </a:r>
            <a:r>
              <a:rPr lang="es-BO" sz="3200" b="1" i="1" dirty="0" smtClean="0"/>
              <a:t> </a:t>
            </a:r>
            <a:r>
              <a:rPr lang="es-BO" sz="3200" b="1" i="1" dirty="0" err="1" smtClean="0"/>
              <a:t>install</a:t>
            </a:r>
            <a:r>
              <a:rPr lang="es-BO" sz="3200" b="1" i="1" dirty="0" smtClean="0"/>
              <a:t> </a:t>
            </a:r>
            <a:r>
              <a:rPr lang="es-BO" sz="3200" b="1" i="1" dirty="0" err="1" smtClean="0"/>
              <a:t>the</a:t>
            </a:r>
            <a:r>
              <a:rPr lang="es-BO" sz="3200" b="1" i="1" dirty="0" smtClean="0"/>
              <a:t> </a:t>
            </a:r>
            <a:r>
              <a:rPr lang="es-BO" sz="3200" b="1" i="1" dirty="0" err="1" smtClean="0"/>
              <a:t>necessary</a:t>
            </a:r>
            <a:r>
              <a:rPr lang="es-BO" sz="3200" b="1" i="1" dirty="0" smtClean="0"/>
              <a:t> tolos.)</a:t>
            </a:r>
            <a:endParaRPr lang="en-US" sz="3200" b="1" i="1" dirty="0"/>
          </a:p>
        </p:txBody>
      </p:sp>
    </p:spTree>
    <p:extLst>
      <p:ext uri="{BB962C8B-B14F-4D97-AF65-F5344CB8AC3E}">
        <p14:creationId xmlns:p14="http://schemas.microsoft.com/office/powerpoint/2010/main" val="1819073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689318" y="0"/>
            <a:ext cx="11502682" cy="1216855"/>
          </a:xfrm>
          <a:prstGeom prst="rect">
            <a:avLst/>
          </a:prstGeom>
          <a:solidFill>
            <a:srgbClr val="191B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200" b="1" dirty="0" smtClean="0"/>
              <a:t>CREAR APLICACION DE LARAVEL</a:t>
            </a:r>
            <a:endParaRPr lang="en-US" sz="3200" b="1" dirty="0"/>
          </a:p>
        </p:txBody>
      </p:sp>
      <p:sp>
        <p:nvSpPr>
          <p:cNvPr id="5" name="Marcador de contenido 4"/>
          <p:cNvSpPr>
            <a:spLocks noGrp="1"/>
          </p:cNvSpPr>
          <p:nvPr>
            <p:ph idx="1"/>
          </p:nvPr>
        </p:nvSpPr>
        <p:spPr>
          <a:xfrm>
            <a:off x="1083212" y="1448971"/>
            <a:ext cx="10550770" cy="4220309"/>
          </a:xfrm>
        </p:spPr>
        <p:txBody>
          <a:bodyPr/>
          <a:lstStyle/>
          <a:p>
            <a:r>
              <a:rPr lang="es-ES" dirty="0" smtClean="0"/>
              <a:t>Primer paso en el buscador del navegador buscar LARAVEL</a:t>
            </a:r>
          </a:p>
          <a:p>
            <a:r>
              <a:rPr lang="es-ES" dirty="0" smtClean="0"/>
              <a:t>Presionar donde dice INSTALLATION </a:t>
            </a:r>
          </a:p>
          <a:p>
            <a:r>
              <a:rPr lang="es-ES" dirty="0" smtClean="0"/>
              <a:t>Ingresar a la terminal en la dirección de XAMPP -&gt; HTDOCS y dentro…</a:t>
            </a:r>
          </a:p>
          <a:p>
            <a:r>
              <a:rPr lang="es-ES" dirty="0"/>
              <a:t>C</a:t>
            </a:r>
            <a:r>
              <a:rPr lang="es-ES" dirty="0" smtClean="0"/>
              <a:t>opiar lo siguiente  -&gt; </a:t>
            </a:r>
            <a:r>
              <a:rPr lang="es-ES" dirty="0" err="1" smtClean="0"/>
              <a:t>composer</a:t>
            </a:r>
            <a:r>
              <a:rPr lang="es-ES" dirty="0" smtClean="0"/>
              <a:t> </a:t>
            </a:r>
            <a:r>
              <a:rPr lang="es-ES" dirty="0" err="1" smtClean="0"/>
              <a:t>create-proyect</a:t>
            </a:r>
            <a:r>
              <a:rPr lang="es-ES" dirty="0" smtClean="0"/>
              <a:t> </a:t>
            </a:r>
            <a:r>
              <a:rPr lang="es-ES" dirty="0" err="1" smtClean="0"/>
              <a:t>laravel</a:t>
            </a:r>
            <a:r>
              <a:rPr lang="es-ES" dirty="0" smtClean="0"/>
              <a:t>/</a:t>
            </a:r>
            <a:r>
              <a:rPr lang="es-ES" dirty="0" err="1" smtClean="0"/>
              <a:t>laravel</a:t>
            </a:r>
            <a:r>
              <a:rPr lang="es-ES" dirty="0" smtClean="0"/>
              <a:t> (nombre su proyecto) -&gt; ENTER y esperar a que se descargue todo. </a:t>
            </a:r>
          </a:p>
          <a:p>
            <a:r>
              <a:rPr lang="es-ES" dirty="0" smtClean="0"/>
              <a:t>En nuestro caso el nombre de nuestro proyecto será: </a:t>
            </a:r>
            <a:r>
              <a:rPr lang="es-ES" b="1" dirty="0"/>
              <a:t>p</a:t>
            </a:r>
            <a:r>
              <a:rPr lang="es-ES" b="1" dirty="0" smtClean="0"/>
              <a:t>ractica</a:t>
            </a:r>
          </a:p>
          <a:p>
            <a:endParaRPr lang="es-ES" dirty="0"/>
          </a:p>
          <a:p>
            <a:endParaRPr lang="es-ES" dirty="0" smtClean="0"/>
          </a:p>
          <a:p>
            <a:endParaRPr lang="en-US" dirty="0"/>
          </a:p>
        </p:txBody>
      </p:sp>
      <p:sp>
        <p:nvSpPr>
          <p:cNvPr id="9" name="Rectángulo 8"/>
          <p:cNvSpPr/>
          <p:nvPr/>
        </p:nvSpPr>
        <p:spPr>
          <a:xfrm>
            <a:off x="689318" y="5641145"/>
            <a:ext cx="11502682" cy="1216855"/>
          </a:xfrm>
          <a:prstGeom prst="rect">
            <a:avLst/>
          </a:prstGeom>
          <a:solidFill>
            <a:srgbClr val="191B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BO" sz="2800" b="1" i="1" dirty="0" smtClean="0"/>
              <a:t>EN CASO DE QUE SALGA ERROR A LA HORA DE DESCARGAR EL CONTENIDO POR LA TERMINAL SALTAR A LA GUIA POSITIVA 12 PARA SOLUCIONAR </a:t>
            </a:r>
            <a:endParaRPr lang="en-US" sz="2800" b="1" i="1" dirty="0"/>
          </a:p>
        </p:txBody>
      </p:sp>
    </p:spTree>
    <p:extLst>
      <p:ext uri="{BB962C8B-B14F-4D97-AF65-F5344CB8AC3E}">
        <p14:creationId xmlns:p14="http://schemas.microsoft.com/office/powerpoint/2010/main" val="1390130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689318" y="0"/>
            <a:ext cx="11502682" cy="1216855"/>
          </a:xfrm>
          <a:prstGeom prst="rect">
            <a:avLst/>
          </a:prstGeom>
          <a:solidFill>
            <a:srgbClr val="191B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200" b="1" dirty="0" smtClean="0"/>
              <a:t>CORREGIR ERROR AL DESCARGAR ARCHIVOS</a:t>
            </a:r>
            <a:endParaRPr lang="en-US" sz="3200" b="1" dirty="0"/>
          </a:p>
        </p:txBody>
      </p:sp>
      <p:sp>
        <p:nvSpPr>
          <p:cNvPr id="5" name="Marcador de contenido 4"/>
          <p:cNvSpPr>
            <a:spLocks noGrp="1"/>
          </p:cNvSpPr>
          <p:nvPr>
            <p:ph sz="half" idx="1"/>
          </p:nvPr>
        </p:nvSpPr>
        <p:spPr>
          <a:xfrm>
            <a:off x="808892" y="1484141"/>
            <a:ext cx="4447786" cy="5226148"/>
          </a:xfrm>
        </p:spPr>
        <p:txBody>
          <a:bodyPr/>
          <a:lstStyle/>
          <a:p>
            <a:r>
              <a:rPr lang="es-ES" dirty="0" smtClean="0"/>
              <a:t>Iniciamos XAMPP, en el apartado de apache buscamos la opción </a:t>
            </a:r>
            <a:r>
              <a:rPr lang="es-ES" dirty="0" err="1" smtClean="0"/>
              <a:t>config</a:t>
            </a:r>
            <a:r>
              <a:rPr lang="es-ES" dirty="0" smtClean="0"/>
              <a:t> y buscamos PHP (php.ini) </a:t>
            </a:r>
          </a:p>
          <a:p>
            <a:r>
              <a:rPr lang="es-ES" dirty="0" smtClean="0"/>
              <a:t>Editar –&gt; buscar siguiente -&gt; en el buscador </a:t>
            </a:r>
            <a:r>
              <a:rPr lang="es-ES" dirty="0"/>
              <a:t>colocamos (</a:t>
            </a:r>
            <a:r>
              <a:rPr lang="es-ES" dirty="0" err="1"/>
              <a:t>extension</a:t>
            </a:r>
            <a:r>
              <a:rPr lang="es-ES" dirty="0"/>
              <a:t>=</a:t>
            </a:r>
            <a:r>
              <a:rPr lang="es-ES" dirty="0" err="1"/>
              <a:t>zip</a:t>
            </a:r>
            <a:r>
              <a:rPr lang="es-ES" dirty="0" smtClean="0"/>
              <a:t>) </a:t>
            </a:r>
          </a:p>
          <a:p>
            <a:r>
              <a:rPr lang="es-ES" dirty="0" err="1" smtClean="0"/>
              <a:t>Despues</a:t>
            </a:r>
            <a:r>
              <a:rPr lang="es-ES" dirty="0" smtClean="0"/>
              <a:t> de encontrarlo borramos el (;) y lo guardamos</a:t>
            </a:r>
          </a:p>
          <a:p>
            <a:r>
              <a:rPr lang="es-ES" dirty="0" smtClean="0"/>
              <a:t>Con eso se debería solucionar el error.</a:t>
            </a:r>
          </a:p>
          <a:p>
            <a:endParaRPr lang="en-US" dirty="0"/>
          </a:p>
        </p:txBody>
      </p:sp>
      <p:pic>
        <p:nvPicPr>
          <p:cNvPr id="7" name="Marcador de contenido 6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372270" y="1484141"/>
            <a:ext cx="4473922" cy="2625250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5874" y="4376677"/>
            <a:ext cx="3386713" cy="2180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499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contenido 5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s-ES" dirty="0" smtClean="0"/>
              <a:t>Ir a la carpeta donde creamos PHP y buscar la dependencia con denominación (php.ini) e abrir con visual</a:t>
            </a:r>
          </a:p>
          <a:p>
            <a:r>
              <a:rPr lang="es-ES" dirty="0" smtClean="0"/>
              <a:t>En caso de no encontrar el (php.ini) buscar solo (</a:t>
            </a:r>
            <a:r>
              <a:rPr lang="es-ES" dirty="0" err="1" smtClean="0"/>
              <a:t>php</a:t>
            </a:r>
            <a:r>
              <a:rPr lang="es-ES" dirty="0" smtClean="0"/>
              <a:t>).</a:t>
            </a:r>
          </a:p>
          <a:p>
            <a:r>
              <a:rPr lang="es-ES" dirty="0" smtClean="0"/>
              <a:t>Borrar el (;) de </a:t>
            </a:r>
            <a:r>
              <a:rPr lang="es-ES" dirty="0" err="1" smtClean="0"/>
              <a:t>extension</a:t>
            </a:r>
            <a:r>
              <a:rPr lang="es-ES" dirty="0" smtClean="0"/>
              <a:t>_= </a:t>
            </a:r>
            <a:r>
              <a:rPr lang="es-ES" dirty="0" err="1" smtClean="0"/>
              <a:t>fileinfo</a:t>
            </a:r>
            <a:endParaRPr lang="es-ES" dirty="0" smtClean="0"/>
          </a:p>
          <a:p>
            <a:r>
              <a:rPr lang="es-ES" dirty="0" smtClean="0"/>
              <a:t>Guardar y salir</a:t>
            </a:r>
            <a:endParaRPr lang="en-US" dirty="0"/>
          </a:p>
        </p:txBody>
      </p:sp>
      <p:sp>
        <p:nvSpPr>
          <p:cNvPr id="4" name="Rectángulo 3"/>
          <p:cNvSpPr/>
          <p:nvPr/>
        </p:nvSpPr>
        <p:spPr>
          <a:xfrm>
            <a:off x="689318" y="0"/>
            <a:ext cx="11502682" cy="1216855"/>
          </a:xfrm>
          <a:prstGeom prst="rect">
            <a:avLst/>
          </a:prstGeom>
          <a:solidFill>
            <a:srgbClr val="191B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200" b="1" dirty="0" smtClean="0"/>
              <a:t>SEGUNDO ERROR </a:t>
            </a:r>
            <a:endParaRPr lang="en-US" sz="3200" b="1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7496" y="1381230"/>
            <a:ext cx="7875266" cy="433501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225" y="4770966"/>
            <a:ext cx="1648055" cy="495369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3728" y="2721268"/>
            <a:ext cx="6068272" cy="1143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346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935501" y="1392701"/>
            <a:ext cx="10796954" cy="4937762"/>
          </a:xfrm>
        </p:spPr>
        <p:txBody>
          <a:bodyPr>
            <a:normAutofit/>
          </a:bodyPr>
          <a:lstStyle/>
          <a:p>
            <a:pPr>
              <a:lnSpc>
                <a:spcPct val="160000"/>
              </a:lnSpc>
            </a:pPr>
            <a:r>
              <a:rPr lang="es-ES" dirty="0" smtClean="0"/>
              <a:t>Dentro de </a:t>
            </a:r>
            <a:r>
              <a:rPr lang="es-ES" dirty="0" err="1" smtClean="0"/>
              <a:t>Xampp</a:t>
            </a:r>
            <a:r>
              <a:rPr lang="es-ES" dirty="0" smtClean="0"/>
              <a:t> poner a iniciar </a:t>
            </a:r>
            <a:r>
              <a:rPr lang="es-ES" b="1" dirty="0" smtClean="0">
                <a:solidFill>
                  <a:srgbClr val="FF0000"/>
                </a:solidFill>
              </a:rPr>
              <a:t>Apache</a:t>
            </a:r>
            <a:r>
              <a:rPr lang="es-ES" dirty="0" smtClean="0"/>
              <a:t> y </a:t>
            </a:r>
            <a:r>
              <a:rPr lang="es-ES" b="1" dirty="0" err="1" smtClean="0">
                <a:solidFill>
                  <a:srgbClr val="FF0000"/>
                </a:solidFill>
              </a:rPr>
              <a:t>MySQL</a:t>
            </a:r>
            <a:r>
              <a:rPr lang="es-ES" b="1" dirty="0" smtClean="0">
                <a:solidFill>
                  <a:srgbClr val="FF0000"/>
                </a:solidFill>
              </a:rPr>
              <a:t> </a:t>
            </a:r>
            <a:r>
              <a:rPr lang="es-ES" dirty="0" smtClean="0">
                <a:solidFill>
                  <a:srgbClr val="191B0E"/>
                </a:solidFill>
              </a:rPr>
              <a:t>luego en el buscador del navegador colocar: </a:t>
            </a:r>
            <a:r>
              <a:rPr lang="es-ES" dirty="0" err="1" smtClean="0">
                <a:solidFill>
                  <a:srgbClr val="191B0E"/>
                </a:solidFill>
              </a:rPr>
              <a:t>localhost</a:t>
            </a:r>
            <a:r>
              <a:rPr lang="es-ES" dirty="0" smtClean="0">
                <a:solidFill>
                  <a:srgbClr val="191B0E"/>
                </a:solidFill>
              </a:rPr>
              <a:t>/</a:t>
            </a:r>
            <a:r>
              <a:rPr lang="es-ES" dirty="0" err="1" smtClean="0">
                <a:solidFill>
                  <a:srgbClr val="191B0E"/>
                </a:solidFill>
              </a:rPr>
              <a:t>phpmyadmin</a:t>
            </a:r>
            <a:r>
              <a:rPr lang="es-ES" dirty="0" smtClean="0">
                <a:solidFill>
                  <a:srgbClr val="191B0E"/>
                </a:solidFill>
              </a:rPr>
              <a:t> e ingresar.</a:t>
            </a:r>
          </a:p>
          <a:p>
            <a:pPr>
              <a:lnSpc>
                <a:spcPct val="160000"/>
              </a:lnSpc>
            </a:pPr>
            <a:r>
              <a:rPr lang="es-ES" dirty="0" smtClean="0">
                <a:solidFill>
                  <a:srgbClr val="191B0E"/>
                </a:solidFill>
              </a:rPr>
              <a:t>Presionar donde la opción </a:t>
            </a:r>
            <a:r>
              <a:rPr lang="es-ES" dirty="0" smtClean="0">
                <a:solidFill>
                  <a:srgbClr val="FF0000"/>
                </a:solidFill>
              </a:rPr>
              <a:t>Nueva </a:t>
            </a:r>
            <a:r>
              <a:rPr lang="es-ES" dirty="0" smtClean="0">
                <a:solidFill>
                  <a:srgbClr val="191B0E"/>
                </a:solidFill>
              </a:rPr>
              <a:t>y colocamos el nombre de nuestra base de datos en este caso colocaremos igual que nuestro proyecto: </a:t>
            </a:r>
            <a:r>
              <a:rPr lang="es-ES" b="1" dirty="0" smtClean="0">
                <a:solidFill>
                  <a:srgbClr val="191B0E"/>
                </a:solidFill>
              </a:rPr>
              <a:t>Practica </a:t>
            </a:r>
            <a:r>
              <a:rPr lang="es-ES" dirty="0" smtClean="0">
                <a:solidFill>
                  <a:srgbClr val="191B0E"/>
                </a:solidFill>
              </a:rPr>
              <a:t>| Crear</a:t>
            </a:r>
          </a:p>
          <a:p>
            <a:pPr>
              <a:lnSpc>
                <a:spcPct val="160000"/>
              </a:lnSpc>
            </a:pPr>
            <a:r>
              <a:rPr lang="es-ES" dirty="0" smtClean="0">
                <a:solidFill>
                  <a:srgbClr val="191B0E"/>
                </a:solidFill>
              </a:rPr>
              <a:t>Luego iniciamos nuestra carpeta </a:t>
            </a:r>
            <a:r>
              <a:rPr lang="es-ES" b="1" dirty="0">
                <a:solidFill>
                  <a:srgbClr val="191B0E"/>
                </a:solidFill>
              </a:rPr>
              <a:t>p</a:t>
            </a:r>
            <a:r>
              <a:rPr lang="es-ES" b="1" dirty="0" smtClean="0">
                <a:solidFill>
                  <a:srgbClr val="191B0E"/>
                </a:solidFill>
              </a:rPr>
              <a:t>ractica </a:t>
            </a:r>
            <a:r>
              <a:rPr lang="es-ES" dirty="0" smtClean="0">
                <a:solidFill>
                  <a:srgbClr val="191B0E"/>
                </a:solidFill>
              </a:rPr>
              <a:t>con </a:t>
            </a:r>
            <a:r>
              <a:rPr lang="es-ES" dirty="0" err="1" smtClean="0">
                <a:solidFill>
                  <a:srgbClr val="191B0E"/>
                </a:solidFill>
              </a:rPr>
              <a:t>vs_code</a:t>
            </a:r>
            <a:r>
              <a:rPr lang="es-ES" dirty="0" smtClean="0">
                <a:solidFill>
                  <a:srgbClr val="191B0E"/>
                </a:solidFill>
              </a:rPr>
              <a:t> y buscamos el archivo (.</a:t>
            </a:r>
            <a:r>
              <a:rPr lang="es-ES" dirty="0" err="1" smtClean="0">
                <a:solidFill>
                  <a:srgbClr val="191B0E"/>
                </a:solidFill>
              </a:rPr>
              <a:t>env</a:t>
            </a:r>
            <a:r>
              <a:rPr lang="es-ES" dirty="0" smtClean="0">
                <a:solidFill>
                  <a:srgbClr val="191B0E"/>
                </a:solidFill>
              </a:rPr>
              <a:t>)</a:t>
            </a:r>
          </a:p>
          <a:p>
            <a:pPr>
              <a:lnSpc>
                <a:spcPct val="160000"/>
              </a:lnSpc>
            </a:pPr>
            <a:r>
              <a:rPr lang="es-ES" dirty="0" smtClean="0">
                <a:solidFill>
                  <a:srgbClr val="191B0E"/>
                </a:solidFill>
              </a:rPr>
              <a:t>Luego buscamos (DB_CONNECTION=</a:t>
            </a:r>
            <a:r>
              <a:rPr lang="es-ES" dirty="0" err="1" smtClean="0">
                <a:solidFill>
                  <a:srgbClr val="191B0E"/>
                </a:solidFill>
              </a:rPr>
              <a:t>sqlite</a:t>
            </a:r>
            <a:r>
              <a:rPr lang="es-ES" dirty="0" smtClean="0">
                <a:solidFill>
                  <a:srgbClr val="191B0E"/>
                </a:solidFill>
              </a:rPr>
              <a:t>) y donde dice (DATABASE=) borramos el nombre por defecto y colocamos el nombre de nuestra base da datos que creamos (DATABASE=practica)</a:t>
            </a:r>
          </a:p>
          <a:p>
            <a:pPr>
              <a:lnSpc>
                <a:spcPct val="100000"/>
              </a:lnSpc>
            </a:pPr>
            <a:r>
              <a:rPr lang="es-ES" dirty="0" smtClean="0">
                <a:solidFill>
                  <a:srgbClr val="191B0E"/>
                </a:solidFill>
              </a:rPr>
              <a:t>Buscamos donde dice (APP-URL=) y de igual manera debemos colocar la ruta de nuestra base de datos, en este caso es: APP_URL = </a:t>
            </a:r>
            <a:r>
              <a:rPr lang="es-ES" dirty="0" smtClean="0">
                <a:solidFill>
                  <a:srgbClr val="191B0E"/>
                </a:solidFill>
                <a:hlinkClick r:id="rId2"/>
              </a:rPr>
              <a:t>http://localhost/practica</a:t>
            </a:r>
            <a:endParaRPr lang="es-ES" dirty="0" smtClean="0">
              <a:solidFill>
                <a:srgbClr val="191B0E"/>
              </a:solidFill>
            </a:endParaRPr>
          </a:p>
        </p:txBody>
      </p:sp>
      <p:sp>
        <p:nvSpPr>
          <p:cNvPr id="4" name="Rectángulo 3"/>
          <p:cNvSpPr/>
          <p:nvPr/>
        </p:nvSpPr>
        <p:spPr>
          <a:xfrm>
            <a:off x="689318" y="0"/>
            <a:ext cx="11502682" cy="1216855"/>
          </a:xfrm>
          <a:prstGeom prst="rect">
            <a:avLst/>
          </a:prstGeom>
          <a:solidFill>
            <a:srgbClr val="191B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200" b="1" dirty="0" smtClean="0"/>
              <a:t>PROCEDIMIENTO PARA CREAR LA BASE DE DATOS Y CONECTAR LA BASE DE DATOS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386930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371600" y="1041009"/>
            <a:ext cx="9601200" cy="5092505"/>
          </a:xfrm>
        </p:spPr>
        <p:txBody>
          <a:bodyPr/>
          <a:lstStyle/>
          <a:p>
            <a:r>
              <a:rPr lang="es-ES" dirty="0">
                <a:solidFill>
                  <a:srgbClr val="191B0E"/>
                </a:solidFill>
              </a:rPr>
              <a:t>De la misma manera hay una herramienta de seguridad con nombre (APP_KEY=) si queremos un KEY dentro de </a:t>
            </a:r>
            <a:r>
              <a:rPr lang="es-ES" dirty="0" smtClean="0">
                <a:solidFill>
                  <a:srgbClr val="191B0E"/>
                </a:solidFill>
              </a:rPr>
              <a:t>la </a:t>
            </a:r>
            <a:r>
              <a:rPr lang="es-ES" dirty="0">
                <a:solidFill>
                  <a:srgbClr val="191B0E"/>
                </a:solidFill>
              </a:rPr>
              <a:t>carpeta del proyecto por terminal ingresamos: </a:t>
            </a:r>
            <a:r>
              <a:rPr lang="es-ES" b="1" dirty="0" err="1">
                <a:solidFill>
                  <a:srgbClr val="191B0E"/>
                </a:solidFill>
              </a:rPr>
              <a:t>php</a:t>
            </a:r>
            <a:r>
              <a:rPr lang="es-ES" b="1" dirty="0">
                <a:solidFill>
                  <a:srgbClr val="191B0E"/>
                </a:solidFill>
              </a:rPr>
              <a:t> </a:t>
            </a:r>
            <a:r>
              <a:rPr lang="es-ES" b="1" dirty="0" err="1">
                <a:solidFill>
                  <a:srgbClr val="191B0E"/>
                </a:solidFill>
              </a:rPr>
              <a:t>artisan</a:t>
            </a:r>
            <a:r>
              <a:rPr lang="es-ES" b="1" dirty="0">
                <a:solidFill>
                  <a:srgbClr val="191B0E"/>
                </a:solidFill>
              </a:rPr>
              <a:t> </a:t>
            </a:r>
            <a:r>
              <a:rPr lang="es-ES" b="1" dirty="0" err="1">
                <a:solidFill>
                  <a:srgbClr val="191B0E"/>
                </a:solidFill>
              </a:rPr>
              <a:t>key:generate</a:t>
            </a:r>
            <a:r>
              <a:rPr lang="es-ES" dirty="0">
                <a:solidFill>
                  <a:srgbClr val="191B0E"/>
                </a:solidFill>
              </a:rPr>
              <a:t> y nos crea una KEY</a:t>
            </a:r>
          </a:p>
          <a:p>
            <a:r>
              <a:rPr lang="es-ES" dirty="0" smtClean="0"/>
              <a:t>Otro comando que se debe ejecutar es: </a:t>
            </a:r>
            <a:r>
              <a:rPr lang="es-ES" b="1" dirty="0" err="1" smtClean="0"/>
              <a:t>php</a:t>
            </a:r>
            <a:r>
              <a:rPr lang="es-ES" b="1" dirty="0" smtClean="0"/>
              <a:t> </a:t>
            </a:r>
            <a:r>
              <a:rPr lang="es-ES" b="1" dirty="0" err="1" smtClean="0"/>
              <a:t>artisan</a:t>
            </a:r>
            <a:r>
              <a:rPr lang="es-ES" b="1" dirty="0" smtClean="0"/>
              <a:t> </a:t>
            </a:r>
            <a:r>
              <a:rPr lang="es-ES" b="1" dirty="0" err="1" smtClean="0"/>
              <a:t>migrate</a:t>
            </a:r>
            <a:r>
              <a:rPr lang="es-ES" b="1" dirty="0" smtClean="0"/>
              <a:t>  </a:t>
            </a:r>
            <a:r>
              <a:rPr lang="es-ES" sz="2400" b="1" dirty="0" smtClean="0"/>
              <a:t>- -</a:t>
            </a:r>
            <a:r>
              <a:rPr lang="es-ES" b="1" dirty="0" smtClean="0"/>
              <a:t> </a:t>
            </a:r>
            <a:r>
              <a:rPr lang="es-ES" b="1" dirty="0" err="1" smtClean="0"/>
              <a:t>seed</a:t>
            </a:r>
            <a:r>
              <a:rPr lang="es-ES" b="1" dirty="0" smtClean="0"/>
              <a:t>     </a:t>
            </a:r>
            <a:r>
              <a:rPr lang="es-ES" dirty="0" smtClean="0"/>
              <a:t>este comando nos sirve para configurar la base de datos y ejecutar las migraciones y semillas.</a:t>
            </a:r>
          </a:p>
          <a:p>
            <a:r>
              <a:rPr lang="es-ES" dirty="0" smtClean="0"/>
              <a:t>Otro comando que se puede usar es: </a:t>
            </a:r>
            <a:r>
              <a:rPr lang="es-ES" b="1" dirty="0" err="1" smtClean="0"/>
              <a:t>php</a:t>
            </a:r>
            <a:r>
              <a:rPr lang="es-ES" b="1" dirty="0" smtClean="0"/>
              <a:t> </a:t>
            </a:r>
            <a:r>
              <a:rPr lang="es-ES" b="1" dirty="0" err="1" smtClean="0"/>
              <a:t>artisan</a:t>
            </a:r>
            <a:r>
              <a:rPr lang="es-ES" b="1" dirty="0" smtClean="0"/>
              <a:t> </a:t>
            </a:r>
            <a:r>
              <a:rPr lang="es-ES" b="1" dirty="0" err="1" smtClean="0"/>
              <a:t>serve</a:t>
            </a:r>
            <a:r>
              <a:rPr lang="es-ES" b="1" dirty="0" smtClean="0"/>
              <a:t>    </a:t>
            </a:r>
            <a:r>
              <a:rPr lang="es-ES" dirty="0" smtClean="0"/>
              <a:t>este comando nos </a:t>
            </a:r>
            <a:r>
              <a:rPr lang="es-ES" dirty="0" err="1" smtClean="0"/>
              <a:t>dara</a:t>
            </a:r>
            <a:r>
              <a:rPr lang="es-ES" dirty="0" smtClean="0"/>
              <a:t> la </a:t>
            </a:r>
            <a:r>
              <a:rPr lang="es-ES" dirty="0" err="1" smtClean="0"/>
              <a:t>ip</a:t>
            </a:r>
            <a:r>
              <a:rPr lang="es-ES" dirty="0" smtClean="0"/>
              <a:t> de el </a:t>
            </a:r>
            <a:r>
              <a:rPr lang="es-ES" dirty="0" err="1" smtClean="0"/>
              <a:t>laravel</a:t>
            </a:r>
            <a:r>
              <a:rPr lang="es-ES" dirty="0" smtClean="0"/>
              <a:t> que instalamos.</a:t>
            </a:r>
          </a:p>
        </p:txBody>
      </p:sp>
    </p:spTree>
    <p:extLst>
      <p:ext uri="{BB962C8B-B14F-4D97-AF65-F5344CB8AC3E}">
        <p14:creationId xmlns:p14="http://schemas.microsoft.com/office/powerpoint/2010/main" val="1655073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028700" y="1384300"/>
            <a:ext cx="9601200" cy="863600"/>
          </a:xfrm>
        </p:spPr>
        <p:txBody>
          <a:bodyPr/>
          <a:lstStyle/>
          <a:p>
            <a:r>
              <a:rPr lang="es-ES" dirty="0" err="1" smtClean="0"/>
              <a:t>Tailwind</a:t>
            </a:r>
            <a:r>
              <a:rPr lang="es-ES" dirty="0" smtClean="0"/>
              <a:t> </a:t>
            </a:r>
            <a:r>
              <a:rPr lang="es-ES" dirty="0" err="1" smtClean="0"/>
              <a:t>css</a:t>
            </a:r>
            <a:r>
              <a:rPr lang="es-ES" dirty="0" smtClean="0"/>
              <a:t> es un </a:t>
            </a:r>
            <a:r>
              <a:rPr lang="es-ES" dirty="0" err="1" smtClean="0"/>
              <a:t>framework</a:t>
            </a:r>
            <a:r>
              <a:rPr lang="es-ES" dirty="0" smtClean="0"/>
              <a:t> de interfaz de creación de usuario para construir sitios web eficiente y rápida, adopta un enfoque mas a bajo nivel.</a:t>
            </a:r>
            <a:endParaRPr lang="en-US" dirty="0"/>
          </a:p>
        </p:txBody>
      </p:sp>
      <p:sp>
        <p:nvSpPr>
          <p:cNvPr id="4" name="Rectángulo 3"/>
          <p:cNvSpPr/>
          <p:nvPr/>
        </p:nvSpPr>
        <p:spPr>
          <a:xfrm>
            <a:off x="689318" y="0"/>
            <a:ext cx="11502682" cy="1216855"/>
          </a:xfrm>
          <a:prstGeom prst="rect">
            <a:avLst/>
          </a:prstGeom>
          <a:solidFill>
            <a:srgbClr val="191B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200" b="1" dirty="0" smtClean="0"/>
              <a:t>INSTALACION DE TAILWIND CSS</a:t>
            </a:r>
            <a:endParaRPr lang="en-US" sz="3200" b="1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120" y="2253397"/>
            <a:ext cx="781159" cy="323895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120" y="2708157"/>
            <a:ext cx="2212427" cy="1432044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7120" y="4271066"/>
            <a:ext cx="1152686" cy="485843"/>
          </a:xfrm>
          <a:prstGeom prst="rect">
            <a:avLst/>
          </a:prstGeom>
        </p:spPr>
      </p:pic>
      <p:sp>
        <p:nvSpPr>
          <p:cNvPr id="7" name="CuadroTexto 6"/>
          <p:cNvSpPr txBox="1"/>
          <p:nvPr/>
        </p:nvSpPr>
        <p:spPr>
          <a:xfrm>
            <a:off x="1527120" y="5003800"/>
            <a:ext cx="4683179" cy="276999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ES" sz="1200" dirty="0" smtClean="0"/>
              <a:t>Copear los códigos a la terminal donde se </a:t>
            </a:r>
            <a:r>
              <a:rPr lang="es-ES" sz="1200" dirty="0" err="1" smtClean="0"/>
              <a:t>encuenta</a:t>
            </a:r>
            <a:r>
              <a:rPr lang="es-ES" sz="1200" dirty="0" smtClean="0"/>
              <a:t> nuestro proyecto</a:t>
            </a:r>
            <a:endParaRPr lang="en-US" sz="1200" dirty="0"/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7120" y="5280799"/>
            <a:ext cx="4683180" cy="1190791"/>
          </a:xfrm>
          <a:prstGeom prst="rect">
            <a:avLst/>
          </a:prstGeom>
        </p:spPr>
      </p:pic>
      <p:sp>
        <p:nvSpPr>
          <p:cNvPr id="9" name="CuadroTexto 8"/>
          <p:cNvSpPr txBox="1"/>
          <p:nvPr/>
        </p:nvSpPr>
        <p:spPr>
          <a:xfrm>
            <a:off x="1028700" y="2225473"/>
            <a:ext cx="375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smtClean="0"/>
              <a:t>1.</a:t>
            </a:r>
            <a:endParaRPr lang="en-US" dirty="0"/>
          </a:p>
        </p:txBody>
      </p:sp>
      <p:sp>
        <p:nvSpPr>
          <p:cNvPr id="10" name="CuadroTexto 9"/>
          <p:cNvSpPr txBox="1"/>
          <p:nvPr/>
        </p:nvSpPr>
        <p:spPr>
          <a:xfrm>
            <a:off x="1028700" y="3210351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2</a:t>
            </a:r>
            <a:r>
              <a:rPr lang="es-ES" dirty="0" smtClean="0"/>
              <a:t>.</a:t>
            </a:r>
            <a:endParaRPr lang="en-US" dirty="0"/>
          </a:p>
        </p:txBody>
      </p:sp>
      <p:sp>
        <p:nvSpPr>
          <p:cNvPr id="11" name="CuadroTexto 10"/>
          <p:cNvSpPr txBox="1"/>
          <p:nvPr/>
        </p:nvSpPr>
        <p:spPr>
          <a:xfrm>
            <a:off x="1028700" y="4293718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3</a:t>
            </a:r>
            <a:r>
              <a:rPr lang="es-ES" dirty="0" smtClean="0"/>
              <a:t>.</a:t>
            </a:r>
            <a:endParaRPr lang="en-US" dirty="0"/>
          </a:p>
        </p:txBody>
      </p:sp>
      <p:sp>
        <p:nvSpPr>
          <p:cNvPr id="12" name="CuadroTexto 11"/>
          <p:cNvSpPr txBox="1"/>
          <p:nvPr/>
        </p:nvSpPr>
        <p:spPr>
          <a:xfrm>
            <a:off x="1028700" y="5515669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4</a:t>
            </a:r>
            <a:r>
              <a:rPr lang="es-ES" dirty="0" smtClean="0"/>
              <a:t>.</a:t>
            </a:r>
            <a:endParaRPr lang="en-US" dirty="0"/>
          </a:p>
        </p:txBody>
      </p:sp>
      <p:pic>
        <p:nvPicPr>
          <p:cNvPr id="13" name="Imagen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29378" y="2488549"/>
            <a:ext cx="1390844" cy="266737"/>
          </a:xfrm>
          <a:prstGeom prst="rect">
            <a:avLst/>
          </a:prstGeom>
        </p:spPr>
      </p:pic>
      <p:sp>
        <p:nvSpPr>
          <p:cNvPr id="14" name="CuadroTexto 13"/>
          <p:cNvSpPr txBox="1"/>
          <p:nvPr/>
        </p:nvSpPr>
        <p:spPr>
          <a:xfrm>
            <a:off x="6853954" y="2416137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5</a:t>
            </a:r>
            <a:r>
              <a:rPr lang="es-ES" dirty="0" smtClean="0"/>
              <a:t>.</a:t>
            </a:r>
            <a:endParaRPr lang="en-US" dirty="0"/>
          </a:p>
        </p:txBody>
      </p:sp>
      <p:sp>
        <p:nvSpPr>
          <p:cNvPr id="15" name="CuadroTexto 14"/>
          <p:cNvSpPr txBox="1"/>
          <p:nvPr/>
        </p:nvSpPr>
        <p:spPr>
          <a:xfrm>
            <a:off x="7229378" y="2180772"/>
            <a:ext cx="2962349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ES" sz="1400" dirty="0" smtClean="0"/>
              <a:t>Buscamos en el </a:t>
            </a:r>
            <a:r>
              <a:rPr lang="es-ES" sz="1400" dirty="0" err="1" smtClean="0"/>
              <a:t>vs.code</a:t>
            </a:r>
            <a:r>
              <a:rPr lang="es-ES" sz="1400" dirty="0" smtClean="0"/>
              <a:t> este archivo</a:t>
            </a:r>
            <a:endParaRPr lang="en-US" sz="1400" dirty="0"/>
          </a:p>
        </p:txBody>
      </p:sp>
      <p:sp>
        <p:nvSpPr>
          <p:cNvPr id="16" name="CuadroTexto 15"/>
          <p:cNvSpPr txBox="1"/>
          <p:nvPr/>
        </p:nvSpPr>
        <p:spPr>
          <a:xfrm>
            <a:off x="6853954" y="3100355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smtClean="0"/>
              <a:t>6.</a:t>
            </a:r>
            <a:endParaRPr lang="en-US" dirty="0"/>
          </a:p>
        </p:txBody>
      </p:sp>
      <p:sp>
        <p:nvSpPr>
          <p:cNvPr id="17" name="CuadroTexto 16"/>
          <p:cNvSpPr txBox="1"/>
          <p:nvPr/>
        </p:nvSpPr>
        <p:spPr>
          <a:xfrm>
            <a:off x="7229378" y="2902574"/>
            <a:ext cx="3001912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ES" sz="1400" dirty="0" smtClean="0"/>
              <a:t>Añadimos el texto como en la imagen</a:t>
            </a:r>
          </a:p>
        </p:txBody>
      </p:sp>
      <p:pic>
        <p:nvPicPr>
          <p:cNvPr id="18" name="Imagen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29378" y="3198350"/>
            <a:ext cx="2324424" cy="933580"/>
          </a:xfrm>
          <a:prstGeom prst="rect">
            <a:avLst/>
          </a:prstGeom>
        </p:spPr>
      </p:pic>
      <p:sp>
        <p:nvSpPr>
          <p:cNvPr id="19" name="CuadroTexto 18"/>
          <p:cNvSpPr txBox="1"/>
          <p:nvPr/>
        </p:nvSpPr>
        <p:spPr>
          <a:xfrm>
            <a:off x="7229377" y="4360098"/>
            <a:ext cx="2962349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ES" sz="1400" dirty="0" smtClean="0"/>
              <a:t>Buscamos en el </a:t>
            </a:r>
            <a:r>
              <a:rPr lang="es-ES" sz="1400" dirty="0" err="1" smtClean="0"/>
              <a:t>vs.code</a:t>
            </a:r>
            <a:r>
              <a:rPr lang="es-ES" sz="1400" dirty="0" smtClean="0"/>
              <a:t> este archivo</a:t>
            </a:r>
            <a:endParaRPr lang="en-US" sz="1400" dirty="0"/>
          </a:p>
        </p:txBody>
      </p:sp>
      <p:sp>
        <p:nvSpPr>
          <p:cNvPr id="20" name="CuadroTexto 19"/>
          <p:cNvSpPr txBox="1"/>
          <p:nvPr/>
        </p:nvSpPr>
        <p:spPr>
          <a:xfrm>
            <a:off x="6853954" y="4360098"/>
            <a:ext cx="351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7</a:t>
            </a:r>
            <a:r>
              <a:rPr lang="es-ES" dirty="0" smtClean="0"/>
              <a:t>.</a:t>
            </a:r>
            <a:endParaRPr lang="en-US" dirty="0"/>
          </a:p>
        </p:txBody>
      </p:sp>
      <p:pic>
        <p:nvPicPr>
          <p:cNvPr id="21" name="Imagen 2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20048" y="4663050"/>
            <a:ext cx="1428949" cy="409632"/>
          </a:xfrm>
          <a:prstGeom prst="rect">
            <a:avLst/>
          </a:prstGeom>
        </p:spPr>
      </p:pic>
      <p:sp>
        <p:nvSpPr>
          <p:cNvPr id="22" name="CuadroTexto 21"/>
          <p:cNvSpPr txBox="1"/>
          <p:nvPr/>
        </p:nvSpPr>
        <p:spPr>
          <a:xfrm>
            <a:off x="6853954" y="5599086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smtClean="0"/>
              <a:t>8.</a:t>
            </a:r>
            <a:endParaRPr lang="en-US" dirty="0"/>
          </a:p>
        </p:txBody>
      </p:sp>
      <p:sp>
        <p:nvSpPr>
          <p:cNvPr id="23" name="CuadroTexto 22"/>
          <p:cNvSpPr txBox="1"/>
          <p:nvPr/>
        </p:nvSpPr>
        <p:spPr>
          <a:xfrm>
            <a:off x="7240431" y="5325293"/>
            <a:ext cx="2499530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ES" sz="1400" dirty="0" smtClean="0"/>
              <a:t>Copear en app.css lo siguiente</a:t>
            </a:r>
            <a:endParaRPr lang="en-US" sz="1400" dirty="0"/>
          </a:p>
        </p:txBody>
      </p:sp>
      <p:pic>
        <p:nvPicPr>
          <p:cNvPr id="24" name="Imagen 2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40431" y="5633070"/>
            <a:ext cx="2248214" cy="781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8247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/>
          <p:cNvSpPr txBox="1"/>
          <p:nvPr/>
        </p:nvSpPr>
        <p:spPr>
          <a:xfrm>
            <a:off x="1401680" y="600298"/>
            <a:ext cx="2818657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ES" sz="1400" dirty="0" smtClean="0"/>
              <a:t>En terminal colocamos lo siguiente</a:t>
            </a:r>
            <a:endParaRPr lang="en-US" sz="1400" dirty="0"/>
          </a:p>
        </p:txBody>
      </p:sp>
      <p:sp>
        <p:nvSpPr>
          <p:cNvPr id="6" name="CuadroTexto 5"/>
          <p:cNvSpPr txBox="1"/>
          <p:nvPr/>
        </p:nvSpPr>
        <p:spPr>
          <a:xfrm>
            <a:off x="897654" y="808384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9</a:t>
            </a:r>
            <a:r>
              <a:rPr lang="es-ES" dirty="0" smtClean="0"/>
              <a:t>.</a:t>
            </a:r>
            <a:endParaRPr lang="en-US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1680" y="924403"/>
            <a:ext cx="3972479" cy="438211"/>
          </a:xfrm>
          <a:prstGeom prst="rect">
            <a:avLst/>
          </a:prstGeom>
        </p:spPr>
      </p:pic>
      <p:sp>
        <p:nvSpPr>
          <p:cNvPr id="7" name="CuadroTexto 6"/>
          <p:cNvSpPr txBox="1"/>
          <p:nvPr/>
        </p:nvSpPr>
        <p:spPr>
          <a:xfrm>
            <a:off x="897654" y="1844637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9</a:t>
            </a:r>
            <a:r>
              <a:rPr lang="es-ES" dirty="0" smtClean="0"/>
              <a:t>.</a:t>
            </a:r>
            <a:endParaRPr lang="en-US" dirty="0"/>
          </a:p>
        </p:txBody>
      </p:sp>
      <p:sp>
        <p:nvSpPr>
          <p:cNvPr id="8" name="CuadroTexto 7"/>
          <p:cNvSpPr txBox="1"/>
          <p:nvPr/>
        </p:nvSpPr>
        <p:spPr>
          <a:xfrm>
            <a:off x="1401679" y="1721526"/>
            <a:ext cx="3358996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ES" sz="1400" dirty="0" smtClean="0"/>
              <a:t>Buscamos el archivo (</a:t>
            </a:r>
            <a:r>
              <a:rPr lang="es-ES" sz="1400" dirty="0" err="1" smtClean="0"/>
              <a:t>welcome.blade.php</a:t>
            </a:r>
            <a:r>
              <a:rPr lang="es-ES" sz="1400" dirty="0" smtClean="0"/>
              <a:t>)</a:t>
            </a:r>
            <a:endParaRPr lang="en-US" sz="1400" dirty="0"/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1679" y="2033170"/>
            <a:ext cx="1524213" cy="285790"/>
          </a:xfrm>
          <a:prstGeom prst="rect">
            <a:avLst/>
          </a:prstGeom>
        </p:spPr>
      </p:pic>
      <p:sp>
        <p:nvSpPr>
          <p:cNvPr id="10" name="CuadroTexto 9"/>
          <p:cNvSpPr txBox="1"/>
          <p:nvPr/>
        </p:nvSpPr>
        <p:spPr>
          <a:xfrm>
            <a:off x="1392916" y="2688865"/>
            <a:ext cx="3052567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s-ES" sz="1400" dirty="0" smtClean="0"/>
              <a:t>Colocamos debajo de </a:t>
            </a:r>
            <a:r>
              <a:rPr lang="es-ES" sz="1400" dirty="0" err="1" smtClean="0"/>
              <a:t>title</a:t>
            </a:r>
            <a:r>
              <a:rPr lang="es-ES" sz="1400" dirty="0" smtClean="0"/>
              <a:t> lo siguiente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583926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ángulo 3"/>
          <p:cNvSpPr/>
          <p:nvPr/>
        </p:nvSpPr>
        <p:spPr>
          <a:xfrm>
            <a:off x="689318" y="0"/>
            <a:ext cx="11502682" cy="1216855"/>
          </a:xfrm>
          <a:prstGeom prst="rect">
            <a:avLst/>
          </a:prstGeom>
          <a:solidFill>
            <a:srgbClr val="191B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3661366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ángulo 3"/>
          <p:cNvSpPr/>
          <p:nvPr/>
        </p:nvSpPr>
        <p:spPr>
          <a:xfrm>
            <a:off x="689318" y="0"/>
            <a:ext cx="11502682" cy="1216855"/>
          </a:xfrm>
          <a:prstGeom prst="rect">
            <a:avLst/>
          </a:prstGeom>
          <a:solidFill>
            <a:srgbClr val="191B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2654109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Recorte</Template>
  <TotalTime>593</TotalTime>
  <Words>869</Words>
  <Application>Microsoft Office PowerPoint</Application>
  <PresentationFormat>Panorámica</PresentationFormat>
  <Paragraphs>101</Paragraphs>
  <Slides>19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2" baseType="lpstr">
      <vt:lpstr>Arial</vt:lpstr>
      <vt:lpstr>Franklin Gothic Book</vt:lpstr>
      <vt:lpstr>Crop</vt:lpstr>
      <vt:lpstr>LARAVEL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LARAVEL </dc:title>
  <dc:creator>Jhonatan</dc:creator>
  <cp:lastModifiedBy>Jhonatan</cp:lastModifiedBy>
  <cp:revision>29</cp:revision>
  <dcterms:created xsi:type="dcterms:W3CDTF">2024-08-03T00:58:24Z</dcterms:created>
  <dcterms:modified xsi:type="dcterms:W3CDTF">2024-08-04T06:05:59Z</dcterms:modified>
</cp:coreProperties>
</file>